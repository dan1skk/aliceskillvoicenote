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A84109-07FF-437A-AA10-48E50E815AB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DA0AEE-F982-401D-AE0B-5AABB91E1A4D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Проблема: Идеи приходят внезапно, когда неудобно печатать.</a:t>
          </a:r>
          <a:endParaRPr lang="en-US" dirty="0"/>
        </a:p>
      </dgm:t>
    </dgm:pt>
    <dgm:pt modelId="{422A40F5-F78F-47BA-A472-247AA6A567D2}" type="parTrans" cxnId="{23DCB091-A4ED-4F28-A914-0316EFBC6288}">
      <dgm:prSet/>
      <dgm:spPr/>
      <dgm:t>
        <a:bodyPr/>
        <a:lstStyle/>
        <a:p>
          <a:endParaRPr lang="en-US"/>
        </a:p>
      </dgm:t>
    </dgm:pt>
    <dgm:pt modelId="{CC4D1E81-85FD-45C5-8704-5C7C671695FD}" type="sibTrans" cxnId="{23DCB091-A4ED-4F28-A914-0316EFBC6288}">
      <dgm:prSet/>
      <dgm:spPr/>
      <dgm:t>
        <a:bodyPr/>
        <a:lstStyle/>
        <a:p>
          <a:endParaRPr lang="en-US"/>
        </a:p>
      </dgm:t>
    </dgm:pt>
    <dgm:pt modelId="{3D4F0FBD-F12E-45C0-9B62-0771FF70FA6A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Решение: Просто скажи «Алиса, запиши...», и навык сохранит твою мысль в базу данных.</a:t>
          </a:r>
          <a:endParaRPr lang="en-US"/>
        </a:p>
      </dgm:t>
    </dgm:pt>
    <dgm:pt modelId="{A3367C4B-3EBD-473C-991C-9AD3C6159AA3}" type="parTrans" cxnId="{973F43EE-199D-403C-9033-720179367FEF}">
      <dgm:prSet/>
      <dgm:spPr/>
      <dgm:t>
        <a:bodyPr/>
        <a:lstStyle/>
        <a:p>
          <a:endParaRPr lang="en-US"/>
        </a:p>
      </dgm:t>
    </dgm:pt>
    <dgm:pt modelId="{24521D04-683B-4C92-A9C5-244530CC0283}" type="sibTrans" cxnId="{973F43EE-199D-403C-9033-720179367FEF}">
      <dgm:prSet/>
      <dgm:spPr/>
      <dgm:t>
        <a:bodyPr/>
        <a:lstStyle/>
        <a:p>
          <a:endParaRPr lang="en-US"/>
        </a:p>
      </dgm:t>
    </dgm:pt>
    <dgm:pt modelId="{B38DFFB5-D1C3-4D9B-9ADA-37DCEB90C5B8}" type="pres">
      <dgm:prSet presAssocID="{A4A84109-07FF-437A-AA10-48E50E815AB8}" presName="root" presStyleCnt="0">
        <dgm:presLayoutVars>
          <dgm:dir/>
          <dgm:resizeHandles val="exact"/>
        </dgm:presLayoutVars>
      </dgm:prSet>
      <dgm:spPr/>
    </dgm:pt>
    <dgm:pt modelId="{FB0A644C-5452-4421-89DB-051B15B5C63C}" type="pres">
      <dgm:prSet presAssocID="{61DA0AEE-F982-401D-AE0B-5AABB91E1A4D}" presName="compNode" presStyleCnt="0"/>
      <dgm:spPr/>
    </dgm:pt>
    <dgm:pt modelId="{C744C2C3-9732-4025-BBE7-C5E2AA2AC73D}" type="pres">
      <dgm:prSet presAssocID="{61DA0AEE-F982-401D-AE0B-5AABB91E1A4D}" presName="bgRect" presStyleLbl="bgShp" presStyleIdx="0" presStyleCnt="2"/>
      <dgm:spPr/>
    </dgm:pt>
    <dgm:pt modelId="{579B63B4-5CBA-4651-9B7F-2060EF3C521B}" type="pres">
      <dgm:prSet presAssocID="{61DA0AEE-F982-401D-AE0B-5AABB91E1A4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ринтер"/>
        </a:ext>
      </dgm:extLst>
    </dgm:pt>
    <dgm:pt modelId="{D83C865E-2CA3-4CAD-8DB8-7069A90AC10E}" type="pres">
      <dgm:prSet presAssocID="{61DA0AEE-F982-401D-AE0B-5AABB91E1A4D}" presName="spaceRect" presStyleCnt="0"/>
      <dgm:spPr/>
    </dgm:pt>
    <dgm:pt modelId="{5F2AF811-404F-42E4-840B-EAC2E83C1369}" type="pres">
      <dgm:prSet presAssocID="{61DA0AEE-F982-401D-AE0B-5AABB91E1A4D}" presName="parTx" presStyleLbl="revTx" presStyleIdx="0" presStyleCnt="2">
        <dgm:presLayoutVars>
          <dgm:chMax val="0"/>
          <dgm:chPref val="0"/>
        </dgm:presLayoutVars>
      </dgm:prSet>
      <dgm:spPr/>
    </dgm:pt>
    <dgm:pt modelId="{7499667F-F137-4A97-ACA5-EA983961D551}" type="pres">
      <dgm:prSet presAssocID="{CC4D1E81-85FD-45C5-8704-5C7C671695FD}" presName="sibTrans" presStyleCnt="0"/>
      <dgm:spPr/>
    </dgm:pt>
    <dgm:pt modelId="{56D76B87-0567-4201-A182-286700AFA170}" type="pres">
      <dgm:prSet presAssocID="{3D4F0FBD-F12E-45C0-9B62-0771FF70FA6A}" presName="compNode" presStyleCnt="0"/>
      <dgm:spPr/>
    </dgm:pt>
    <dgm:pt modelId="{0E199E72-2342-4BD3-B4FB-658C4C9D511B}" type="pres">
      <dgm:prSet presAssocID="{3D4F0FBD-F12E-45C0-9B62-0771FF70FA6A}" presName="bgRect" presStyleLbl="bgShp" presStyleIdx="1" presStyleCnt="2"/>
      <dgm:spPr/>
    </dgm:pt>
    <dgm:pt modelId="{A45B7894-CC41-4E10-853C-D7D9F756DEB4}" type="pres">
      <dgm:prSet presAssocID="{3D4F0FBD-F12E-45C0-9B62-0771FF70FA6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F8A1FAF5-AD7A-4AA4-B26D-F5AC83154A5B}" type="pres">
      <dgm:prSet presAssocID="{3D4F0FBD-F12E-45C0-9B62-0771FF70FA6A}" presName="spaceRect" presStyleCnt="0"/>
      <dgm:spPr/>
    </dgm:pt>
    <dgm:pt modelId="{F6E432DA-8A74-4C52-A832-2B622BF0BD24}" type="pres">
      <dgm:prSet presAssocID="{3D4F0FBD-F12E-45C0-9B62-0771FF70FA6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4E6EC30-E572-433B-8663-0AD54AA492AB}" type="presOf" srcId="{61DA0AEE-F982-401D-AE0B-5AABB91E1A4D}" destId="{5F2AF811-404F-42E4-840B-EAC2E83C1369}" srcOrd="0" destOrd="0" presId="urn:microsoft.com/office/officeart/2018/2/layout/IconVerticalSolidList"/>
    <dgm:cxn modelId="{F8A7CD61-C66C-4BA8-A57C-E6D00A6FBE13}" type="presOf" srcId="{3D4F0FBD-F12E-45C0-9B62-0771FF70FA6A}" destId="{F6E432DA-8A74-4C52-A832-2B622BF0BD24}" srcOrd="0" destOrd="0" presId="urn:microsoft.com/office/officeart/2018/2/layout/IconVerticalSolidList"/>
    <dgm:cxn modelId="{2C649073-A705-424C-972E-DA46D3709812}" type="presOf" srcId="{A4A84109-07FF-437A-AA10-48E50E815AB8}" destId="{B38DFFB5-D1C3-4D9B-9ADA-37DCEB90C5B8}" srcOrd="0" destOrd="0" presId="urn:microsoft.com/office/officeart/2018/2/layout/IconVerticalSolidList"/>
    <dgm:cxn modelId="{23DCB091-A4ED-4F28-A914-0316EFBC6288}" srcId="{A4A84109-07FF-437A-AA10-48E50E815AB8}" destId="{61DA0AEE-F982-401D-AE0B-5AABB91E1A4D}" srcOrd="0" destOrd="0" parTransId="{422A40F5-F78F-47BA-A472-247AA6A567D2}" sibTransId="{CC4D1E81-85FD-45C5-8704-5C7C671695FD}"/>
    <dgm:cxn modelId="{973F43EE-199D-403C-9033-720179367FEF}" srcId="{A4A84109-07FF-437A-AA10-48E50E815AB8}" destId="{3D4F0FBD-F12E-45C0-9B62-0771FF70FA6A}" srcOrd="1" destOrd="0" parTransId="{A3367C4B-3EBD-473C-991C-9AD3C6159AA3}" sibTransId="{24521D04-683B-4C92-A9C5-244530CC0283}"/>
    <dgm:cxn modelId="{AAE5F717-5239-44B3-BE71-4E1C5F0C6F49}" type="presParOf" srcId="{B38DFFB5-D1C3-4D9B-9ADA-37DCEB90C5B8}" destId="{FB0A644C-5452-4421-89DB-051B15B5C63C}" srcOrd="0" destOrd="0" presId="urn:microsoft.com/office/officeart/2018/2/layout/IconVerticalSolidList"/>
    <dgm:cxn modelId="{5196DE10-5FA0-4E61-8E81-C975DA7985E2}" type="presParOf" srcId="{FB0A644C-5452-4421-89DB-051B15B5C63C}" destId="{C744C2C3-9732-4025-BBE7-C5E2AA2AC73D}" srcOrd="0" destOrd="0" presId="urn:microsoft.com/office/officeart/2018/2/layout/IconVerticalSolidList"/>
    <dgm:cxn modelId="{0B45E084-BB10-4B4D-B82B-E3F27D1171BF}" type="presParOf" srcId="{FB0A644C-5452-4421-89DB-051B15B5C63C}" destId="{579B63B4-5CBA-4651-9B7F-2060EF3C521B}" srcOrd="1" destOrd="0" presId="urn:microsoft.com/office/officeart/2018/2/layout/IconVerticalSolidList"/>
    <dgm:cxn modelId="{479B7EA4-EF63-4B23-8505-B77E6BE6CADE}" type="presParOf" srcId="{FB0A644C-5452-4421-89DB-051B15B5C63C}" destId="{D83C865E-2CA3-4CAD-8DB8-7069A90AC10E}" srcOrd="2" destOrd="0" presId="urn:microsoft.com/office/officeart/2018/2/layout/IconVerticalSolidList"/>
    <dgm:cxn modelId="{A039B6C4-9023-4C0F-A83F-5CB73E527747}" type="presParOf" srcId="{FB0A644C-5452-4421-89DB-051B15B5C63C}" destId="{5F2AF811-404F-42E4-840B-EAC2E83C1369}" srcOrd="3" destOrd="0" presId="urn:microsoft.com/office/officeart/2018/2/layout/IconVerticalSolidList"/>
    <dgm:cxn modelId="{72295839-7B5C-4680-BFBE-630F7B2CE228}" type="presParOf" srcId="{B38DFFB5-D1C3-4D9B-9ADA-37DCEB90C5B8}" destId="{7499667F-F137-4A97-ACA5-EA983961D551}" srcOrd="1" destOrd="0" presId="urn:microsoft.com/office/officeart/2018/2/layout/IconVerticalSolidList"/>
    <dgm:cxn modelId="{F11805F7-603A-40F0-97F3-91260577F9A1}" type="presParOf" srcId="{B38DFFB5-D1C3-4D9B-9ADA-37DCEB90C5B8}" destId="{56D76B87-0567-4201-A182-286700AFA170}" srcOrd="2" destOrd="0" presId="urn:microsoft.com/office/officeart/2018/2/layout/IconVerticalSolidList"/>
    <dgm:cxn modelId="{39C21A3A-38F2-4FF7-B744-FA5EE444EB75}" type="presParOf" srcId="{56D76B87-0567-4201-A182-286700AFA170}" destId="{0E199E72-2342-4BD3-B4FB-658C4C9D511B}" srcOrd="0" destOrd="0" presId="urn:microsoft.com/office/officeart/2018/2/layout/IconVerticalSolidList"/>
    <dgm:cxn modelId="{8CA57C9D-76AD-47CE-9AE7-247086911F68}" type="presParOf" srcId="{56D76B87-0567-4201-A182-286700AFA170}" destId="{A45B7894-CC41-4E10-853C-D7D9F756DEB4}" srcOrd="1" destOrd="0" presId="urn:microsoft.com/office/officeart/2018/2/layout/IconVerticalSolidList"/>
    <dgm:cxn modelId="{171A0A8C-7153-465D-A689-A9EAF11849AC}" type="presParOf" srcId="{56D76B87-0567-4201-A182-286700AFA170}" destId="{F8A1FAF5-AD7A-4AA4-B26D-F5AC83154A5B}" srcOrd="2" destOrd="0" presId="urn:microsoft.com/office/officeart/2018/2/layout/IconVerticalSolidList"/>
    <dgm:cxn modelId="{4DA8448B-1EC2-4E36-857F-18B017407167}" type="presParOf" srcId="{56D76B87-0567-4201-A182-286700AFA170}" destId="{F6E432DA-8A74-4C52-A832-2B622BF0BD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2D87C4-935D-4E2E-A91B-7B68E5B31D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4D6B9E-E97D-4759-AAF2-9D44A40C77F9}">
      <dgm:prSet/>
      <dgm:spPr/>
      <dgm:t>
        <a:bodyPr/>
        <a:lstStyle/>
        <a:p>
          <a:r>
            <a:rPr lang="ru-RU" b="0" i="0" baseline="0"/>
            <a:t>Мгновенное создание заметок голосом.</a:t>
          </a:r>
          <a:endParaRPr lang="en-US"/>
        </a:p>
      </dgm:t>
    </dgm:pt>
    <dgm:pt modelId="{155F08FF-7FDF-4D43-B229-4CCE2E00A796}" type="parTrans" cxnId="{E325A5BD-1942-4A05-860D-36550B4968A8}">
      <dgm:prSet/>
      <dgm:spPr/>
      <dgm:t>
        <a:bodyPr/>
        <a:lstStyle/>
        <a:p>
          <a:endParaRPr lang="en-US"/>
        </a:p>
      </dgm:t>
    </dgm:pt>
    <dgm:pt modelId="{F5574C16-3A94-4CB3-95AF-7DADDBA2CB15}" type="sibTrans" cxnId="{E325A5BD-1942-4A05-860D-36550B4968A8}">
      <dgm:prSet/>
      <dgm:spPr/>
      <dgm:t>
        <a:bodyPr/>
        <a:lstStyle/>
        <a:p>
          <a:endParaRPr lang="en-US"/>
        </a:p>
      </dgm:t>
    </dgm:pt>
    <dgm:pt modelId="{6FB073D0-59B0-4068-8096-F6544B4D09B6}">
      <dgm:prSet/>
      <dgm:spPr/>
      <dgm:t>
        <a:bodyPr/>
        <a:lstStyle/>
        <a:p>
          <a:r>
            <a:rPr lang="ru-RU" b="0" i="0" baseline="0"/>
            <a:t>Просмотр записей за сегодня и за вчера.</a:t>
          </a:r>
          <a:endParaRPr lang="en-US"/>
        </a:p>
      </dgm:t>
    </dgm:pt>
    <dgm:pt modelId="{1133DDC4-60FA-46C0-800A-54CF8A0EFA13}" type="parTrans" cxnId="{F41C2249-A87C-46E1-9546-B851C2279EA9}">
      <dgm:prSet/>
      <dgm:spPr/>
      <dgm:t>
        <a:bodyPr/>
        <a:lstStyle/>
        <a:p>
          <a:endParaRPr lang="en-US"/>
        </a:p>
      </dgm:t>
    </dgm:pt>
    <dgm:pt modelId="{A5A26845-E76F-4311-81DA-EF51772DDCF7}" type="sibTrans" cxnId="{F41C2249-A87C-46E1-9546-B851C2279EA9}">
      <dgm:prSet/>
      <dgm:spPr/>
      <dgm:t>
        <a:bodyPr/>
        <a:lstStyle/>
        <a:p>
          <a:endParaRPr lang="en-US"/>
        </a:p>
      </dgm:t>
    </dgm:pt>
    <dgm:pt modelId="{2F5D6C33-CA5F-4FAC-BEC2-D2D6CA875115}">
      <dgm:prSet/>
      <dgm:spPr/>
      <dgm:t>
        <a:bodyPr/>
        <a:lstStyle/>
        <a:p>
          <a:r>
            <a:rPr lang="ru-RU" b="0" i="0" baseline="0"/>
            <a:t>Доступ к истории (последние 10 записей).</a:t>
          </a:r>
          <a:endParaRPr lang="en-US"/>
        </a:p>
      </dgm:t>
    </dgm:pt>
    <dgm:pt modelId="{55E7BD34-8EC2-4D8C-9627-AABFDFB149B7}" type="parTrans" cxnId="{4F8A8C5C-B42C-48ED-B6D4-BCD612BD670A}">
      <dgm:prSet/>
      <dgm:spPr/>
      <dgm:t>
        <a:bodyPr/>
        <a:lstStyle/>
        <a:p>
          <a:endParaRPr lang="en-US"/>
        </a:p>
      </dgm:t>
    </dgm:pt>
    <dgm:pt modelId="{01D3603A-19CF-4A67-8BA1-4EC78504A1F6}" type="sibTrans" cxnId="{4F8A8C5C-B42C-48ED-B6D4-BCD612BD670A}">
      <dgm:prSet/>
      <dgm:spPr/>
      <dgm:t>
        <a:bodyPr/>
        <a:lstStyle/>
        <a:p>
          <a:endParaRPr lang="en-US"/>
        </a:p>
      </dgm:t>
    </dgm:pt>
    <dgm:pt modelId="{8F1792E5-3FB5-49C9-86DE-9C11A95BE7C2}" type="pres">
      <dgm:prSet presAssocID="{5D2D87C4-935D-4E2E-A91B-7B68E5B31D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81C3A5-9D1B-4590-88B1-7276E17A3BF1}" type="pres">
      <dgm:prSet presAssocID="{334D6B9E-E97D-4759-AAF2-9D44A40C77F9}" presName="hierRoot1" presStyleCnt="0"/>
      <dgm:spPr/>
    </dgm:pt>
    <dgm:pt modelId="{9CD0AF99-A7BF-4720-8AF1-DD0C7BF415E6}" type="pres">
      <dgm:prSet presAssocID="{334D6B9E-E97D-4759-AAF2-9D44A40C77F9}" presName="composite" presStyleCnt="0"/>
      <dgm:spPr/>
    </dgm:pt>
    <dgm:pt modelId="{FF382772-A5C4-4736-93A2-401B492404C5}" type="pres">
      <dgm:prSet presAssocID="{334D6B9E-E97D-4759-AAF2-9D44A40C77F9}" presName="background" presStyleLbl="node0" presStyleIdx="0" presStyleCnt="3"/>
      <dgm:spPr/>
    </dgm:pt>
    <dgm:pt modelId="{54A64290-E026-4AB7-9014-45FBC94CDDB7}" type="pres">
      <dgm:prSet presAssocID="{334D6B9E-E97D-4759-AAF2-9D44A40C77F9}" presName="text" presStyleLbl="fgAcc0" presStyleIdx="0" presStyleCnt="3">
        <dgm:presLayoutVars>
          <dgm:chPref val="3"/>
        </dgm:presLayoutVars>
      </dgm:prSet>
      <dgm:spPr/>
    </dgm:pt>
    <dgm:pt modelId="{B0B48A3E-6DAE-44F1-9539-8075B481F14A}" type="pres">
      <dgm:prSet presAssocID="{334D6B9E-E97D-4759-AAF2-9D44A40C77F9}" presName="hierChild2" presStyleCnt="0"/>
      <dgm:spPr/>
    </dgm:pt>
    <dgm:pt modelId="{66670C80-4DBB-4DC3-B0AD-D5D67577327F}" type="pres">
      <dgm:prSet presAssocID="{6FB073D0-59B0-4068-8096-F6544B4D09B6}" presName="hierRoot1" presStyleCnt="0"/>
      <dgm:spPr/>
    </dgm:pt>
    <dgm:pt modelId="{19034F28-9D87-4576-9A7E-BC69EBD9A53F}" type="pres">
      <dgm:prSet presAssocID="{6FB073D0-59B0-4068-8096-F6544B4D09B6}" presName="composite" presStyleCnt="0"/>
      <dgm:spPr/>
    </dgm:pt>
    <dgm:pt modelId="{9EDAE60C-4FF4-4087-AD46-26E02ABF0F97}" type="pres">
      <dgm:prSet presAssocID="{6FB073D0-59B0-4068-8096-F6544B4D09B6}" presName="background" presStyleLbl="node0" presStyleIdx="1" presStyleCnt="3"/>
      <dgm:spPr/>
    </dgm:pt>
    <dgm:pt modelId="{1B611BE2-89A1-4210-A9C2-342F80279DE8}" type="pres">
      <dgm:prSet presAssocID="{6FB073D0-59B0-4068-8096-F6544B4D09B6}" presName="text" presStyleLbl="fgAcc0" presStyleIdx="1" presStyleCnt="3">
        <dgm:presLayoutVars>
          <dgm:chPref val="3"/>
        </dgm:presLayoutVars>
      </dgm:prSet>
      <dgm:spPr/>
    </dgm:pt>
    <dgm:pt modelId="{E58BAC87-1042-4DC0-9FB8-1BFBC0801494}" type="pres">
      <dgm:prSet presAssocID="{6FB073D0-59B0-4068-8096-F6544B4D09B6}" presName="hierChild2" presStyleCnt="0"/>
      <dgm:spPr/>
    </dgm:pt>
    <dgm:pt modelId="{8C6B553C-FC52-493A-87C5-C33759B9400D}" type="pres">
      <dgm:prSet presAssocID="{2F5D6C33-CA5F-4FAC-BEC2-D2D6CA875115}" presName="hierRoot1" presStyleCnt="0"/>
      <dgm:spPr/>
    </dgm:pt>
    <dgm:pt modelId="{10225A92-A672-4947-B354-7B59708F9EC6}" type="pres">
      <dgm:prSet presAssocID="{2F5D6C33-CA5F-4FAC-BEC2-D2D6CA875115}" presName="composite" presStyleCnt="0"/>
      <dgm:spPr/>
    </dgm:pt>
    <dgm:pt modelId="{3C209BD9-2B26-4270-B697-4A4CB97F6EA8}" type="pres">
      <dgm:prSet presAssocID="{2F5D6C33-CA5F-4FAC-BEC2-D2D6CA875115}" presName="background" presStyleLbl="node0" presStyleIdx="2" presStyleCnt="3"/>
      <dgm:spPr/>
    </dgm:pt>
    <dgm:pt modelId="{C68DF678-866B-4496-BD47-E359425C0DE8}" type="pres">
      <dgm:prSet presAssocID="{2F5D6C33-CA5F-4FAC-BEC2-D2D6CA875115}" presName="text" presStyleLbl="fgAcc0" presStyleIdx="2" presStyleCnt="3">
        <dgm:presLayoutVars>
          <dgm:chPref val="3"/>
        </dgm:presLayoutVars>
      </dgm:prSet>
      <dgm:spPr/>
    </dgm:pt>
    <dgm:pt modelId="{A0AFD124-8F5A-441C-921A-C2669C6F64D7}" type="pres">
      <dgm:prSet presAssocID="{2F5D6C33-CA5F-4FAC-BEC2-D2D6CA875115}" presName="hierChild2" presStyleCnt="0"/>
      <dgm:spPr/>
    </dgm:pt>
  </dgm:ptLst>
  <dgm:cxnLst>
    <dgm:cxn modelId="{6A2FDD35-C0F3-41C1-BBBF-F3109FDF7891}" type="presOf" srcId="{334D6B9E-E97D-4759-AAF2-9D44A40C77F9}" destId="{54A64290-E026-4AB7-9014-45FBC94CDDB7}" srcOrd="0" destOrd="0" presId="urn:microsoft.com/office/officeart/2005/8/layout/hierarchy1"/>
    <dgm:cxn modelId="{4F8A8C5C-B42C-48ED-B6D4-BCD612BD670A}" srcId="{5D2D87C4-935D-4E2E-A91B-7B68E5B31DB1}" destId="{2F5D6C33-CA5F-4FAC-BEC2-D2D6CA875115}" srcOrd="2" destOrd="0" parTransId="{55E7BD34-8EC2-4D8C-9627-AABFDFB149B7}" sibTransId="{01D3603A-19CF-4A67-8BA1-4EC78504A1F6}"/>
    <dgm:cxn modelId="{F41C2249-A87C-46E1-9546-B851C2279EA9}" srcId="{5D2D87C4-935D-4E2E-A91B-7B68E5B31DB1}" destId="{6FB073D0-59B0-4068-8096-F6544B4D09B6}" srcOrd="1" destOrd="0" parTransId="{1133DDC4-60FA-46C0-800A-54CF8A0EFA13}" sibTransId="{A5A26845-E76F-4311-81DA-EF51772DDCF7}"/>
    <dgm:cxn modelId="{F4609A73-9337-4C7D-860B-98D067BA28AA}" type="presOf" srcId="{6FB073D0-59B0-4068-8096-F6544B4D09B6}" destId="{1B611BE2-89A1-4210-A9C2-342F80279DE8}" srcOrd="0" destOrd="0" presId="urn:microsoft.com/office/officeart/2005/8/layout/hierarchy1"/>
    <dgm:cxn modelId="{792FC6A9-0727-4FD2-A00C-33DAEC64E984}" type="presOf" srcId="{2F5D6C33-CA5F-4FAC-BEC2-D2D6CA875115}" destId="{C68DF678-866B-4496-BD47-E359425C0DE8}" srcOrd="0" destOrd="0" presId="urn:microsoft.com/office/officeart/2005/8/layout/hierarchy1"/>
    <dgm:cxn modelId="{E325A5BD-1942-4A05-860D-36550B4968A8}" srcId="{5D2D87C4-935D-4E2E-A91B-7B68E5B31DB1}" destId="{334D6B9E-E97D-4759-AAF2-9D44A40C77F9}" srcOrd="0" destOrd="0" parTransId="{155F08FF-7FDF-4D43-B229-4CCE2E00A796}" sibTransId="{F5574C16-3A94-4CB3-95AF-7DADDBA2CB15}"/>
    <dgm:cxn modelId="{084962E9-FA88-4A12-B643-05A615E2008B}" type="presOf" srcId="{5D2D87C4-935D-4E2E-A91B-7B68E5B31DB1}" destId="{8F1792E5-3FB5-49C9-86DE-9C11A95BE7C2}" srcOrd="0" destOrd="0" presId="urn:microsoft.com/office/officeart/2005/8/layout/hierarchy1"/>
    <dgm:cxn modelId="{D90C7527-CADC-4A52-B99C-18A81D793A4F}" type="presParOf" srcId="{8F1792E5-3FB5-49C9-86DE-9C11A95BE7C2}" destId="{3381C3A5-9D1B-4590-88B1-7276E17A3BF1}" srcOrd="0" destOrd="0" presId="urn:microsoft.com/office/officeart/2005/8/layout/hierarchy1"/>
    <dgm:cxn modelId="{FD3E096C-F6F7-49B7-8D45-37A79BA13138}" type="presParOf" srcId="{3381C3A5-9D1B-4590-88B1-7276E17A3BF1}" destId="{9CD0AF99-A7BF-4720-8AF1-DD0C7BF415E6}" srcOrd="0" destOrd="0" presId="urn:microsoft.com/office/officeart/2005/8/layout/hierarchy1"/>
    <dgm:cxn modelId="{D3D58608-D367-499C-A04A-0DE24AE6EDB4}" type="presParOf" srcId="{9CD0AF99-A7BF-4720-8AF1-DD0C7BF415E6}" destId="{FF382772-A5C4-4736-93A2-401B492404C5}" srcOrd="0" destOrd="0" presId="urn:microsoft.com/office/officeart/2005/8/layout/hierarchy1"/>
    <dgm:cxn modelId="{782DFD07-6EF2-491F-A461-436E95A63816}" type="presParOf" srcId="{9CD0AF99-A7BF-4720-8AF1-DD0C7BF415E6}" destId="{54A64290-E026-4AB7-9014-45FBC94CDDB7}" srcOrd="1" destOrd="0" presId="urn:microsoft.com/office/officeart/2005/8/layout/hierarchy1"/>
    <dgm:cxn modelId="{CB452590-EF25-4C1A-9088-34CF8B624990}" type="presParOf" srcId="{3381C3A5-9D1B-4590-88B1-7276E17A3BF1}" destId="{B0B48A3E-6DAE-44F1-9539-8075B481F14A}" srcOrd="1" destOrd="0" presId="urn:microsoft.com/office/officeart/2005/8/layout/hierarchy1"/>
    <dgm:cxn modelId="{E7A088CE-BF41-4A5A-B306-9373FBF52DCB}" type="presParOf" srcId="{8F1792E5-3FB5-49C9-86DE-9C11A95BE7C2}" destId="{66670C80-4DBB-4DC3-B0AD-D5D67577327F}" srcOrd="1" destOrd="0" presId="urn:microsoft.com/office/officeart/2005/8/layout/hierarchy1"/>
    <dgm:cxn modelId="{39674CED-A128-460B-9D65-3DA522D26431}" type="presParOf" srcId="{66670C80-4DBB-4DC3-B0AD-D5D67577327F}" destId="{19034F28-9D87-4576-9A7E-BC69EBD9A53F}" srcOrd="0" destOrd="0" presId="urn:microsoft.com/office/officeart/2005/8/layout/hierarchy1"/>
    <dgm:cxn modelId="{E08029E9-81BA-4C6A-BE03-99C0ECFF3CB0}" type="presParOf" srcId="{19034F28-9D87-4576-9A7E-BC69EBD9A53F}" destId="{9EDAE60C-4FF4-4087-AD46-26E02ABF0F97}" srcOrd="0" destOrd="0" presId="urn:microsoft.com/office/officeart/2005/8/layout/hierarchy1"/>
    <dgm:cxn modelId="{17F91E58-6A10-4C72-99F5-609CBA4B9F01}" type="presParOf" srcId="{19034F28-9D87-4576-9A7E-BC69EBD9A53F}" destId="{1B611BE2-89A1-4210-A9C2-342F80279DE8}" srcOrd="1" destOrd="0" presId="urn:microsoft.com/office/officeart/2005/8/layout/hierarchy1"/>
    <dgm:cxn modelId="{5A97248C-DEDE-4B72-891E-AF68395B95D5}" type="presParOf" srcId="{66670C80-4DBB-4DC3-B0AD-D5D67577327F}" destId="{E58BAC87-1042-4DC0-9FB8-1BFBC0801494}" srcOrd="1" destOrd="0" presId="urn:microsoft.com/office/officeart/2005/8/layout/hierarchy1"/>
    <dgm:cxn modelId="{F2FAE92C-CBAB-4F35-A1D8-8BBD97371B63}" type="presParOf" srcId="{8F1792E5-3FB5-49C9-86DE-9C11A95BE7C2}" destId="{8C6B553C-FC52-493A-87C5-C33759B9400D}" srcOrd="2" destOrd="0" presId="urn:microsoft.com/office/officeart/2005/8/layout/hierarchy1"/>
    <dgm:cxn modelId="{DCFF0F48-555A-4E74-9599-27C5605A0ABA}" type="presParOf" srcId="{8C6B553C-FC52-493A-87C5-C33759B9400D}" destId="{10225A92-A672-4947-B354-7B59708F9EC6}" srcOrd="0" destOrd="0" presId="urn:microsoft.com/office/officeart/2005/8/layout/hierarchy1"/>
    <dgm:cxn modelId="{3792371B-ECE6-4AC2-A4F2-321DAD71F17D}" type="presParOf" srcId="{10225A92-A672-4947-B354-7B59708F9EC6}" destId="{3C209BD9-2B26-4270-B697-4A4CB97F6EA8}" srcOrd="0" destOrd="0" presId="urn:microsoft.com/office/officeart/2005/8/layout/hierarchy1"/>
    <dgm:cxn modelId="{AA134938-A650-4864-A17D-2D31E771FE23}" type="presParOf" srcId="{10225A92-A672-4947-B354-7B59708F9EC6}" destId="{C68DF678-866B-4496-BD47-E359425C0DE8}" srcOrd="1" destOrd="0" presId="urn:microsoft.com/office/officeart/2005/8/layout/hierarchy1"/>
    <dgm:cxn modelId="{95801728-7EA9-44CE-AFFA-033AB7B956D9}" type="presParOf" srcId="{8C6B553C-FC52-493A-87C5-C33759B9400D}" destId="{A0AFD124-8F5A-441C-921A-C2669C6F64D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DE6FFA-52B9-4509-A36F-B4AB9009735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6A226C2-F96F-406B-A049-D34524DCDE18}">
      <dgm:prSet/>
      <dgm:spPr/>
      <dgm:t>
        <a:bodyPr/>
        <a:lstStyle/>
        <a:p>
          <a:r>
            <a:rPr lang="ru-RU" b="0" i="0" baseline="0"/>
            <a:t>Удаление по номеру: «Удали вторую запись».</a:t>
          </a:r>
          <a:endParaRPr lang="en-US"/>
        </a:p>
      </dgm:t>
    </dgm:pt>
    <dgm:pt modelId="{E9CBE874-4399-448A-AC9F-1F203C62366F}" type="parTrans" cxnId="{6F580950-CC7F-4226-8FEC-5A5457DE218F}">
      <dgm:prSet/>
      <dgm:spPr/>
      <dgm:t>
        <a:bodyPr/>
        <a:lstStyle/>
        <a:p>
          <a:endParaRPr lang="en-US"/>
        </a:p>
      </dgm:t>
    </dgm:pt>
    <dgm:pt modelId="{8DD48F00-B315-416F-AC1E-BBE2BF77C92E}" type="sibTrans" cxnId="{6F580950-CC7F-4226-8FEC-5A5457DE218F}">
      <dgm:prSet/>
      <dgm:spPr/>
      <dgm:t>
        <a:bodyPr/>
        <a:lstStyle/>
        <a:p>
          <a:endParaRPr lang="en-US"/>
        </a:p>
      </dgm:t>
    </dgm:pt>
    <dgm:pt modelId="{7E5859B3-302C-4443-8567-EDAFFFE76E78}">
      <dgm:prSet/>
      <dgm:spPr/>
      <dgm:t>
        <a:bodyPr/>
        <a:lstStyle/>
        <a:p>
          <a:r>
            <a:rPr lang="ru-RU" b="0" i="0" baseline="0"/>
            <a:t>Удаление по смыслу: «Удали последнюю» или «Удали пятую».</a:t>
          </a:r>
          <a:endParaRPr lang="en-US"/>
        </a:p>
      </dgm:t>
    </dgm:pt>
    <dgm:pt modelId="{5708A6CA-506B-4B81-A72D-DCCC3B83062D}" type="parTrans" cxnId="{7D61FD00-2B50-4D41-9EE3-45DA67A48861}">
      <dgm:prSet/>
      <dgm:spPr/>
      <dgm:t>
        <a:bodyPr/>
        <a:lstStyle/>
        <a:p>
          <a:endParaRPr lang="en-US"/>
        </a:p>
      </dgm:t>
    </dgm:pt>
    <dgm:pt modelId="{4DC7A3DE-7ECE-481C-BEDC-6612F66BB603}" type="sibTrans" cxnId="{7D61FD00-2B50-4D41-9EE3-45DA67A48861}">
      <dgm:prSet/>
      <dgm:spPr/>
      <dgm:t>
        <a:bodyPr/>
        <a:lstStyle/>
        <a:p>
          <a:endParaRPr lang="en-US"/>
        </a:p>
      </dgm:t>
    </dgm:pt>
    <dgm:pt modelId="{A55326A9-FFBC-40D2-B9C2-BF2C2AB0B976}">
      <dgm:prSet/>
      <dgm:spPr/>
      <dgm:t>
        <a:bodyPr/>
        <a:lstStyle/>
        <a:p>
          <a:r>
            <a:rPr lang="ru-RU" b="0" i="0" baseline="0"/>
            <a:t>Навык сам найдет нужную строку в БД и сотрет её.</a:t>
          </a:r>
          <a:endParaRPr lang="en-US"/>
        </a:p>
      </dgm:t>
    </dgm:pt>
    <dgm:pt modelId="{E2A29E36-0552-4B4B-BF6E-C583C1FA9CC9}" type="parTrans" cxnId="{388FCED9-7C54-4283-A47A-ECD7438AE20B}">
      <dgm:prSet/>
      <dgm:spPr/>
      <dgm:t>
        <a:bodyPr/>
        <a:lstStyle/>
        <a:p>
          <a:endParaRPr lang="en-US"/>
        </a:p>
      </dgm:t>
    </dgm:pt>
    <dgm:pt modelId="{40EF5A81-BAE6-4425-AE8C-C6E020A42BD2}" type="sibTrans" cxnId="{388FCED9-7C54-4283-A47A-ECD7438AE20B}">
      <dgm:prSet/>
      <dgm:spPr/>
      <dgm:t>
        <a:bodyPr/>
        <a:lstStyle/>
        <a:p>
          <a:endParaRPr lang="en-US"/>
        </a:p>
      </dgm:t>
    </dgm:pt>
    <dgm:pt modelId="{8D64EFF4-D11C-486B-A1A9-40FE22D908C0}" type="pres">
      <dgm:prSet presAssocID="{09DE6FFA-52B9-4509-A36F-B4AB90097359}" presName="outerComposite" presStyleCnt="0">
        <dgm:presLayoutVars>
          <dgm:chMax val="5"/>
          <dgm:dir/>
          <dgm:resizeHandles val="exact"/>
        </dgm:presLayoutVars>
      </dgm:prSet>
      <dgm:spPr/>
    </dgm:pt>
    <dgm:pt modelId="{15B74009-7C96-4F48-9981-270721C2DB77}" type="pres">
      <dgm:prSet presAssocID="{09DE6FFA-52B9-4509-A36F-B4AB90097359}" presName="dummyMaxCanvas" presStyleCnt="0">
        <dgm:presLayoutVars/>
      </dgm:prSet>
      <dgm:spPr/>
    </dgm:pt>
    <dgm:pt modelId="{C9DE4AF5-B7E1-4213-B67C-D32B4FABA52B}" type="pres">
      <dgm:prSet presAssocID="{09DE6FFA-52B9-4509-A36F-B4AB90097359}" presName="ThreeNodes_1" presStyleLbl="node1" presStyleIdx="0" presStyleCnt="3">
        <dgm:presLayoutVars>
          <dgm:bulletEnabled val="1"/>
        </dgm:presLayoutVars>
      </dgm:prSet>
      <dgm:spPr/>
    </dgm:pt>
    <dgm:pt modelId="{4845CBCE-65AE-4369-A2CA-DFE84E39D6CD}" type="pres">
      <dgm:prSet presAssocID="{09DE6FFA-52B9-4509-A36F-B4AB90097359}" presName="ThreeNodes_2" presStyleLbl="node1" presStyleIdx="1" presStyleCnt="3">
        <dgm:presLayoutVars>
          <dgm:bulletEnabled val="1"/>
        </dgm:presLayoutVars>
      </dgm:prSet>
      <dgm:spPr/>
    </dgm:pt>
    <dgm:pt modelId="{6C557D24-9D4F-498E-9010-599469F02B1F}" type="pres">
      <dgm:prSet presAssocID="{09DE6FFA-52B9-4509-A36F-B4AB90097359}" presName="ThreeNodes_3" presStyleLbl="node1" presStyleIdx="2" presStyleCnt="3">
        <dgm:presLayoutVars>
          <dgm:bulletEnabled val="1"/>
        </dgm:presLayoutVars>
      </dgm:prSet>
      <dgm:spPr/>
    </dgm:pt>
    <dgm:pt modelId="{1727A74F-62E2-43C3-8C13-244ADF64C7F3}" type="pres">
      <dgm:prSet presAssocID="{09DE6FFA-52B9-4509-A36F-B4AB90097359}" presName="ThreeConn_1-2" presStyleLbl="fgAccFollowNode1" presStyleIdx="0" presStyleCnt="2">
        <dgm:presLayoutVars>
          <dgm:bulletEnabled val="1"/>
        </dgm:presLayoutVars>
      </dgm:prSet>
      <dgm:spPr/>
    </dgm:pt>
    <dgm:pt modelId="{018E054B-A23A-4A0B-A57D-B7DD192A2457}" type="pres">
      <dgm:prSet presAssocID="{09DE6FFA-52B9-4509-A36F-B4AB90097359}" presName="ThreeConn_2-3" presStyleLbl="fgAccFollowNode1" presStyleIdx="1" presStyleCnt="2">
        <dgm:presLayoutVars>
          <dgm:bulletEnabled val="1"/>
        </dgm:presLayoutVars>
      </dgm:prSet>
      <dgm:spPr/>
    </dgm:pt>
    <dgm:pt modelId="{6445A636-C03B-48B8-8C3A-2988DB1D915E}" type="pres">
      <dgm:prSet presAssocID="{09DE6FFA-52B9-4509-A36F-B4AB90097359}" presName="ThreeNodes_1_text" presStyleLbl="node1" presStyleIdx="2" presStyleCnt="3">
        <dgm:presLayoutVars>
          <dgm:bulletEnabled val="1"/>
        </dgm:presLayoutVars>
      </dgm:prSet>
      <dgm:spPr/>
    </dgm:pt>
    <dgm:pt modelId="{FC5F3BEB-D093-4A79-8D5F-DD06E42561F5}" type="pres">
      <dgm:prSet presAssocID="{09DE6FFA-52B9-4509-A36F-B4AB90097359}" presName="ThreeNodes_2_text" presStyleLbl="node1" presStyleIdx="2" presStyleCnt="3">
        <dgm:presLayoutVars>
          <dgm:bulletEnabled val="1"/>
        </dgm:presLayoutVars>
      </dgm:prSet>
      <dgm:spPr/>
    </dgm:pt>
    <dgm:pt modelId="{86276EE6-AE5F-44EA-A95C-2639B9009064}" type="pres">
      <dgm:prSet presAssocID="{09DE6FFA-52B9-4509-A36F-B4AB9009735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61DD300-1FAA-436E-8BD4-11ECC44643AF}" type="presOf" srcId="{46A226C2-F96F-406B-A049-D34524DCDE18}" destId="{6445A636-C03B-48B8-8C3A-2988DB1D915E}" srcOrd="1" destOrd="0" presId="urn:microsoft.com/office/officeart/2005/8/layout/vProcess5"/>
    <dgm:cxn modelId="{7D61FD00-2B50-4D41-9EE3-45DA67A48861}" srcId="{09DE6FFA-52B9-4509-A36F-B4AB90097359}" destId="{7E5859B3-302C-4443-8567-EDAFFFE76E78}" srcOrd="1" destOrd="0" parTransId="{5708A6CA-506B-4B81-A72D-DCCC3B83062D}" sibTransId="{4DC7A3DE-7ECE-481C-BEDC-6612F66BB603}"/>
    <dgm:cxn modelId="{BB241A2F-1747-4CEC-8F6E-EB1FA6D13D21}" type="presOf" srcId="{09DE6FFA-52B9-4509-A36F-B4AB90097359}" destId="{8D64EFF4-D11C-486B-A1A9-40FE22D908C0}" srcOrd="0" destOrd="0" presId="urn:microsoft.com/office/officeart/2005/8/layout/vProcess5"/>
    <dgm:cxn modelId="{FC77083B-59C2-4F9D-B5CC-4CCD68E1634D}" type="presOf" srcId="{8DD48F00-B315-416F-AC1E-BBE2BF77C92E}" destId="{1727A74F-62E2-43C3-8C13-244ADF64C7F3}" srcOrd="0" destOrd="0" presId="urn:microsoft.com/office/officeart/2005/8/layout/vProcess5"/>
    <dgm:cxn modelId="{1710CB5F-7FAD-417F-880C-1034EE17C01A}" type="presOf" srcId="{4DC7A3DE-7ECE-481C-BEDC-6612F66BB603}" destId="{018E054B-A23A-4A0B-A57D-B7DD192A2457}" srcOrd="0" destOrd="0" presId="urn:microsoft.com/office/officeart/2005/8/layout/vProcess5"/>
    <dgm:cxn modelId="{A57DBB61-9B29-4D25-BBEB-5554B33F473B}" type="presOf" srcId="{A55326A9-FFBC-40D2-B9C2-BF2C2AB0B976}" destId="{86276EE6-AE5F-44EA-A95C-2639B9009064}" srcOrd="1" destOrd="0" presId="urn:microsoft.com/office/officeart/2005/8/layout/vProcess5"/>
    <dgm:cxn modelId="{6F580950-CC7F-4226-8FEC-5A5457DE218F}" srcId="{09DE6FFA-52B9-4509-A36F-B4AB90097359}" destId="{46A226C2-F96F-406B-A049-D34524DCDE18}" srcOrd="0" destOrd="0" parTransId="{E9CBE874-4399-448A-AC9F-1F203C62366F}" sibTransId="{8DD48F00-B315-416F-AC1E-BBE2BF77C92E}"/>
    <dgm:cxn modelId="{90E2E283-92E8-4DC9-8AE6-E8E91AA6A752}" type="presOf" srcId="{46A226C2-F96F-406B-A049-D34524DCDE18}" destId="{C9DE4AF5-B7E1-4213-B67C-D32B4FABA52B}" srcOrd="0" destOrd="0" presId="urn:microsoft.com/office/officeart/2005/8/layout/vProcess5"/>
    <dgm:cxn modelId="{2A15298F-6384-4156-B4F1-C982B746ED1D}" type="presOf" srcId="{A55326A9-FFBC-40D2-B9C2-BF2C2AB0B976}" destId="{6C557D24-9D4F-498E-9010-599469F02B1F}" srcOrd="0" destOrd="0" presId="urn:microsoft.com/office/officeart/2005/8/layout/vProcess5"/>
    <dgm:cxn modelId="{1362E3B5-C874-4DA7-A095-7262537E515E}" type="presOf" srcId="{7E5859B3-302C-4443-8567-EDAFFFE76E78}" destId="{4845CBCE-65AE-4369-A2CA-DFE84E39D6CD}" srcOrd="0" destOrd="0" presId="urn:microsoft.com/office/officeart/2005/8/layout/vProcess5"/>
    <dgm:cxn modelId="{388FCED9-7C54-4283-A47A-ECD7438AE20B}" srcId="{09DE6FFA-52B9-4509-A36F-B4AB90097359}" destId="{A55326A9-FFBC-40D2-B9C2-BF2C2AB0B976}" srcOrd="2" destOrd="0" parTransId="{E2A29E36-0552-4B4B-BF6E-C583C1FA9CC9}" sibTransId="{40EF5A81-BAE6-4425-AE8C-C6E020A42BD2}"/>
    <dgm:cxn modelId="{80379DF7-F720-4E2B-A176-584CF7B19CF1}" type="presOf" srcId="{7E5859B3-302C-4443-8567-EDAFFFE76E78}" destId="{FC5F3BEB-D093-4A79-8D5F-DD06E42561F5}" srcOrd="1" destOrd="0" presId="urn:microsoft.com/office/officeart/2005/8/layout/vProcess5"/>
    <dgm:cxn modelId="{EBF3FEAE-D606-4140-AB6C-3A78786443D5}" type="presParOf" srcId="{8D64EFF4-D11C-486B-A1A9-40FE22D908C0}" destId="{15B74009-7C96-4F48-9981-270721C2DB77}" srcOrd="0" destOrd="0" presId="urn:microsoft.com/office/officeart/2005/8/layout/vProcess5"/>
    <dgm:cxn modelId="{1993D72E-8016-4EFF-9DFF-63ADBE148978}" type="presParOf" srcId="{8D64EFF4-D11C-486B-A1A9-40FE22D908C0}" destId="{C9DE4AF5-B7E1-4213-B67C-D32B4FABA52B}" srcOrd="1" destOrd="0" presId="urn:microsoft.com/office/officeart/2005/8/layout/vProcess5"/>
    <dgm:cxn modelId="{14216821-02D4-451D-ADAC-0A51E65902CA}" type="presParOf" srcId="{8D64EFF4-D11C-486B-A1A9-40FE22D908C0}" destId="{4845CBCE-65AE-4369-A2CA-DFE84E39D6CD}" srcOrd="2" destOrd="0" presId="urn:microsoft.com/office/officeart/2005/8/layout/vProcess5"/>
    <dgm:cxn modelId="{A42CB411-EE9E-4651-8740-9FCA1F9A85E3}" type="presParOf" srcId="{8D64EFF4-D11C-486B-A1A9-40FE22D908C0}" destId="{6C557D24-9D4F-498E-9010-599469F02B1F}" srcOrd="3" destOrd="0" presId="urn:microsoft.com/office/officeart/2005/8/layout/vProcess5"/>
    <dgm:cxn modelId="{E5A205C8-9B14-4A49-9AEB-2A55562C19BC}" type="presParOf" srcId="{8D64EFF4-D11C-486B-A1A9-40FE22D908C0}" destId="{1727A74F-62E2-43C3-8C13-244ADF64C7F3}" srcOrd="4" destOrd="0" presId="urn:microsoft.com/office/officeart/2005/8/layout/vProcess5"/>
    <dgm:cxn modelId="{27B8A835-D2C5-4A51-9455-E2A85C045063}" type="presParOf" srcId="{8D64EFF4-D11C-486B-A1A9-40FE22D908C0}" destId="{018E054B-A23A-4A0B-A57D-B7DD192A2457}" srcOrd="5" destOrd="0" presId="urn:microsoft.com/office/officeart/2005/8/layout/vProcess5"/>
    <dgm:cxn modelId="{CF4A7C74-8587-480F-9A61-654CFB99B67D}" type="presParOf" srcId="{8D64EFF4-D11C-486B-A1A9-40FE22D908C0}" destId="{6445A636-C03B-48B8-8C3A-2988DB1D915E}" srcOrd="6" destOrd="0" presId="urn:microsoft.com/office/officeart/2005/8/layout/vProcess5"/>
    <dgm:cxn modelId="{0A1127A8-6B63-4329-B6F1-88FFB1BB0BF0}" type="presParOf" srcId="{8D64EFF4-D11C-486B-A1A9-40FE22D908C0}" destId="{FC5F3BEB-D093-4A79-8D5F-DD06E42561F5}" srcOrd="7" destOrd="0" presId="urn:microsoft.com/office/officeart/2005/8/layout/vProcess5"/>
    <dgm:cxn modelId="{E7C8DBF2-F97A-49F3-B9DE-7125765A10A8}" type="presParOf" srcId="{8D64EFF4-D11C-486B-A1A9-40FE22D908C0}" destId="{86276EE6-AE5F-44EA-A95C-2639B900906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53FE00-0907-4713-8451-333E122D66F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E35D5F4-C3CE-420B-89E4-4BA6712D6440}">
      <dgm:prSet/>
      <dgm:spPr/>
      <dgm:t>
        <a:bodyPr/>
        <a:lstStyle/>
        <a:p>
          <a:r>
            <a:rPr lang="ru-RU" b="1" i="0" baseline="0"/>
            <a:t>Backend:</a:t>
          </a:r>
          <a:r>
            <a:rPr lang="ru-RU" b="0" i="0" baseline="0"/>
            <a:t> FastAPI (быстрая обработка вебхуков).</a:t>
          </a:r>
          <a:endParaRPr lang="en-US"/>
        </a:p>
      </dgm:t>
    </dgm:pt>
    <dgm:pt modelId="{CFB74003-BFE3-46EF-BD5C-1B2C5293081B}" type="parTrans" cxnId="{1A98D9A1-A435-403A-A7E1-98A320FE451C}">
      <dgm:prSet/>
      <dgm:spPr/>
      <dgm:t>
        <a:bodyPr/>
        <a:lstStyle/>
        <a:p>
          <a:endParaRPr lang="en-US"/>
        </a:p>
      </dgm:t>
    </dgm:pt>
    <dgm:pt modelId="{59EF0849-9F1B-4BBA-B0CA-DDDC46411BF4}" type="sibTrans" cxnId="{1A98D9A1-A435-403A-A7E1-98A320FE451C}">
      <dgm:prSet/>
      <dgm:spPr/>
      <dgm:t>
        <a:bodyPr/>
        <a:lstStyle/>
        <a:p>
          <a:endParaRPr lang="en-US"/>
        </a:p>
      </dgm:t>
    </dgm:pt>
    <dgm:pt modelId="{7327CC03-D2F4-428D-A482-414D73A217F0}">
      <dgm:prSet/>
      <dgm:spPr/>
      <dgm:t>
        <a:bodyPr/>
        <a:lstStyle/>
        <a:p>
          <a:r>
            <a:rPr lang="ru-RU" b="1" i="0" baseline="0"/>
            <a:t>Database:</a:t>
          </a:r>
          <a:r>
            <a:rPr lang="ru-RU" b="0" i="0" baseline="0"/>
            <a:t> SQLite + SQLAlchemy (надежное хранение).</a:t>
          </a:r>
          <a:endParaRPr lang="en-US"/>
        </a:p>
      </dgm:t>
    </dgm:pt>
    <dgm:pt modelId="{3B44FB99-C965-4FD4-9928-2ABA2C294CE6}" type="parTrans" cxnId="{14CCB8EC-34A3-43CE-AACC-07F93209FD47}">
      <dgm:prSet/>
      <dgm:spPr/>
      <dgm:t>
        <a:bodyPr/>
        <a:lstStyle/>
        <a:p>
          <a:endParaRPr lang="en-US"/>
        </a:p>
      </dgm:t>
    </dgm:pt>
    <dgm:pt modelId="{E25A8409-BD0A-44C4-AD05-5ACB4958D5D6}" type="sibTrans" cxnId="{14CCB8EC-34A3-43CE-AACC-07F93209FD47}">
      <dgm:prSet/>
      <dgm:spPr/>
      <dgm:t>
        <a:bodyPr/>
        <a:lstStyle/>
        <a:p>
          <a:endParaRPr lang="en-US"/>
        </a:p>
      </dgm:t>
    </dgm:pt>
    <dgm:pt modelId="{AFABB681-2D99-47C3-8900-BF4D4E2BAAF0}">
      <dgm:prSet/>
      <dgm:spPr/>
      <dgm:t>
        <a:bodyPr/>
        <a:lstStyle/>
        <a:p>
          <a:r>
            <a:rPr lang="ru-RU" b="1" i="0" baseline="0"/>
            <a:t>Logic:</a:t>
          </a:r>
          <a:r>
            <a:rPr lang="ru-RU" b="0" i="0" baseline="0"/>
            <a:t> Модульная структура (API, CRUD, Models).</a:t>
          </a:r>
          <a:endParaRPr lang="en-US"/>
        </a:p>
      </dgm:t>
    </dgm:pt>
    <dgm:pt modelId="{D61E616B-0A62-492E-9C5C-C9522142C6E2}" type="parTrans" cxnId="{7B7E0093-3C51-4A69-B853-7188CE4218C4}">
      <dgm:prSet/>
      <dgm:spPr/>
      <dgm:t>
        <a:bodyPr/>
        <a:lstStyle/>
        <a:p>
          <a:endParaRPr lang="en-US"/>
        </a:p>
      </dgm:t>
    </dgm:pt>
    <dgm:pt modelId="{96433907-E46C-490D-B5F3-4B90056E6DAF}" type="sibTrans" cxnId="{7B7E0093-3C51-4A69-B853-7188CE4218C4}">
      <dgm:prSet/>
      <dgm:spPr/>
      <dgm:t>
        <a:bodyPr/>
        <a:lstStyle/>
        <a:p>
          <a:endParaRPr lang="en-US"/>
        </a:p>
      </dgm:t>
    </dgm:pt>
    <dgm:pt modelId="{98B8C183-609F-465A-BB77-27931DE7EB50}" type="pres">
      <dgm:prSet presAssocID="{A453FE00-0907-4713-8451-333E122D66F3}" presName="root" presStyleCnt="0">
        <dgm:presLayoutVars>
          <dgm:dir/>
          <dgm:resizeHandles val="exact"/>
        </dgm:presLayoutVars>
      </dgm:prSet>
      <dgm:spPr/>
    </dgm:pt>
    <dgm:pt modelId="{82571744-0892-4EDA-BB0A-D9185FD6ACE2}" type="pres">
      <dgm:prSet presAssocID="{8E35D5F4-C3CE-420B-89E4-4BA6712D6440}" presName="compNode" presStyleCnt="0"/>
      <dgm:spPr/>
    </dgm:pt>
    <dgm:pt modelId="{F6FC771B-C4B0-4FA5-9497-276975892CB2}" type="pres">
      <dgm:prSet presAssocID="{8E35D5F4-C3CE-420B-89E4-4BA6712D644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роцессор"/>
        </a:ext>
      </dgm:extLst>
    </dgm:pt>
    <dgm:pt modelId="{8CBDA162-B81C-4927-929D-5A178702D9D8}" type="pres">
      <dgm:prSet presAssocID="{8E35D5F4-C3CE-420B-89E4-4BA6712D6440}" presName="spaceRect" presStyleCnt="0"/>
      <dgm:spPr/>
    </dgm:pt>
    <dgm:pt modelId="{4F634836-D897-45E1-922C-41E42BFD093E}" type="pres">
      <dgm:prSet presAssocID="{8E35D5F4-C3CE-420B-89E4-4BA6712D6440}" presName="textRect" presStyleLbl="revTx" presStyleIdx="0" presStyleCnt="3">
        <dgm:presLayoutVars>
          <dgm:chMax val="1"/>
          <dgm:chPref val="1"/>
        </dgm:presLayoutVars>
      </dgm:prSet>
      <dgm:spPr/>
    </dgm:pt>
    <dgm:pt modelId="{E023C5A1-6F97-4146-8FD9-1950165137C6}" type="pres">
      <dgm:prSet presAssocID="{59EF0849-9F1B-4BBA-B0CA-DDDC46411BF4}" presName="sibTrans" presStyleCnt="0"/>
      <dgm:spPr/>
    </dgm:pt>
    <dgm:pt modelId="{4661FF4E-B6BF-491C-8B09-FFB5CFD80F23}" type="pres">
      <dgm:prSet presAssocID="{7327CC03-D2F4-428D-A482-414D73A217F0}" presName="compNode" presStyleCnt="0"/>
      <dgm:spPr/>
    </dgm:pt>
    <dgm:pt modelId="{FBC264EB-29F3-4F1F-8C18-C951F0240867}" type="pres">
      <dgm:prSet presAssocID="{7327CC03-D2F4-428D-A482-414D73A217F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База данных"/>
        </a:ext>
      </dgm:extLst>
    </dgm:pt>
    <dgm:pt modelId="{3AF154F3-F19D-4297-BBD5-FACBE84252AD}" type="pres">
      <dgm:prSet presAssocID="{7327CC03-D2F4-428D-A482-414D73A217F0}" presName="spaceRect" presStyleCnt="0"/>
      <dgm:spPr/>
    </dgm:pt>
    <dgm:pt modelId="{6897D337-02AC-4509-9715-44D055C37B48}" type="pres">
      <dgm:prSet presAssocID="{7327CC03-D2F4-428D-A482-414D73A217F0}" presName="textRect" presStyleLbl="revTx" presStyleIdx="1" presStyleCnt="3">
        <dgm:presLayoutVars>
          <dgm:chMax val="1"/>
          <dgm:chPref val="1"/>
        </dgm:presLayoutVars>
      </dgm:prSet>
      <dgm:spPr/>
    </dgm:pt>
    <dgm:pt modelId="{54DCACEB-9B43-42EF-81E7-B4B9517454E1}" type="pres">
      <dgm:prSet presAssocID="{E25A8409-BD0A-44C4-AD05-5ACB4958D5D6}" presName="sibTrans" presStyleCnt="0"/>
      <dgm:spPr/>
    </dgm:pt>
    <dgm:pt modelId="{0DC3F6B3-8F23-4D1F-A8B3-EF5C23CD1D0C}" type="pres">
      <dgm:prSet presAssocID="{AFABB681-2D99-47C3-8900-BF4D4E2BAAF0}" presName="compNode" presStyleCnt="0"/>
      <dgm:spPr/>
    </dgm:pt>
    <dgm:pt modelId="{C13CEC7A-4C42-4716-B938-131560224241}" type="pres">
      <dgm:prSet presAssocID="{AFABB681-2D99-47C3-8900-BF4D4E2BAAF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3A679105-BD5C-4B06-B409-A5B5770F9503}" type="pres">
      <dgm:prSet presAssocID="{AFABB681-2D99-47C3-8900-BF4D4E2BAAF0}" presName="spaceRect" presStyleCnt="0"/>
      <dgm:spPr/>
    </dgm:pt>
    <dgm:pt modelId="{D0C55123-983D-49C3-8900-7EBEBC4E66BA}" type="pres">
      <dgm:prSet presAssocID="{AFABB681-2D99-47C3-8900-BF4D4E2BAAF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5F36021-1818-416B-A195-AACE28B7E6C1}" type="presOf" srcId="{AFABB681-2D99-47C3-8900-BF4D4E2BAAF0}" destId="{D0C55123-983D-49C3-8900-7EBEBC4E66BA}" srcOrd="0" destOrd="0" presId="urn:microsoft.com/office/officeart/2018/2/layout/IconLabelList"/>
    <dgm:cxn modelId="{50B9EA55-8DEE-4CD4-A8A6-81E0EC3DFE80}" type="presOf" srcId="{A453FE00-0907-4713-8451-333E122D66F3}" destId="{98B8C183-609F-465A-BB77-27931DE7EB50}" srcOrd="0" destOrd="0" presId="urn:microsoft.com/office/officeart/2018/2/layout/IconLabelList"/>
    <dgm:cxn modelId="{609E1077-0B00-45BD-B481-E039CE115905}" type="presOf" srcId="{8E35D5F4-C3CE-420B-89E4-4BA6712D6440}" destId="{4F634836-D897-45E1-922C-41E42BFD093E}" srcOrd="0" destOrd="0" presId="urn:microsoft.com/office/officeart/2018/2/layout/IconLabelList"/>
    <dgm:cxn modelId="{7B7E0093-3C51-4A69-B853-7188CE4218C4}" srcId="{A453FE00-0907-4713-8451-333E122D66F3}" destId="{AFABB681-2D99-47C3-8900-BF4D4E2BAAF0}" srcOrd="2" destOrd="0" parTransId="{D61E616B-0A62-492E-9C5C-C9522142C6E2}" sibTransId="{96433907-E46C-490D-B5F3-4B90056E6DAF}"/>
    <dgm:cxn modelId="{1A98D9A1-A435-403A-A7E1-98A320FE451C}" srcId="{A453FE00-0907-4713-8451-333E122D66F3}" destId="{8E35D5F4-C3CE-420B-89E4-4BA6712D6440}" srcOrd="0" destOrd="0" parTransId="{CFB74003-BFE3-46EF-BD5C-1B2C5293081B}" sibTransId="{59EF0849-9F1B-4BBA-B0CA-DDDC46411BF4}"/>
    <dgm:cxn modelId="{E0602AC3-2ED6-4ED9-BFC1-2AD846F6E6D9}" type="presOf" srcId="{7327CC03-D2F4-428D-A482-414D73A217F0}" destId="{6897D337-02AC-4509-9715-44D055C37B48}" srcOrd="0" destOrd="0" presId="urn:microsoft.com/office/officeart/2018/2/layout/IconLabelList"/>
    <dgm:cxn modelId="{14CCB8EC-34A3-43CE-AACC-07F93209FD47}" srcId="{A453FE00-0907-4713-8451-333E122D66F3}" destId="{7327CC03-D2F4-428D-A482-414D73A217F0}" srcOrd="1" destOrd="0" parTransId="{3B44FB99-C965-4FD4-9928-2ABA2C294CE6}" sibTransId="{E25A8409-BD0A-44C4-AD05-5ACB4958D5D6}"/>
    <dgm:cxn modelId="{0DC1E0FE-5525-4803-9234-241697476469}" type="presParOf" srcId="{98B8C183-609F-465A-BB77-27931DE7EB50}" destId="{82571744-0892-4EDA-BB0A-D9185FD6ACE2}" srcOrd="0" destOrd="0" presId="urn:microsoft.com/office/officeart/2018/2/layout/IconLabelList"/>
    <dgm:cxn modelId="{E75E77C3-0C04-47EC-8F5A-C1E1446A4593}" type="presParOf" srcId="{82571744-0892-4EDA-BB0A-D9185FD6ACE2}" destId="{F6FC771B-C4B0-4FA5-9497-276975892CB2}" srcOrd="0" destOrd="0" presId="urn:microsoft.com/office/officeart/2018/2/layout/IconLabelList"/>
    <dgm:cxn modelId="{D2FD0629-FFF6-4B61-BDAB-A130874B20E8}" type="presParOf" srcId="{82571744-0892-4EDA-BB0A-D9185FD6ACE2}" destId="{8CBDA162-B81C-4927-929D-5A178702D9D8}" srcOrd="1" destOrd="0" presId="urn:microsoft.com/office/officeart/2018/2/layout/IconLabelList"/>
    <dgm:cxn modelId="{D4211449-96CF-43E0-8DC5-FFCD9802DF78}" type="presParOf" srcId="{82571744-0892-4EDA-BB0A-D9185FD6ACE2}" destId="{4F634836-D897-45E1-922C-41E42BFD093E}" srcOrd="2" destOrd="0" presId="urn:microsoft.com/office/officeart/2018/2/layout/IconLabelList"/>
    <dgm:cxn modelId="{55678E8B-1470-4CDA-BA87-1EA9B2EAA78E}" type="presParOf" srcId="{98B8C183-609F-465A-BB77-27931DE7EB50}" destId="{E023C5A1-6F97-4146-8FD9-1950165137C6}" srcOrd="1" destOrd="0" presId="urn:microsoft.com/office/officeart/2018/2/layout/IconLabelList"/>
    <dgm:cxn modelId="{C313D1A4-F37D-4208-8C8B-01460DD385A6}" type="presParOf" srcId="{98B8C183-609F-465A-BB77-27931DE7EB50}" destId="{4661FF4E-B6BF-491C-8B09-FFB5CFD80F23}" srcOrd="2" destOrd="0" presId="urn:microsoft.com/office/officeart/2018/2/layout/IconLabelList"/>
    <dgm:cxn modelId="{399DF0AC-019B-4CBF-B4E4-F2B419DE4FC1}" type="presParOf" srcId="{4661FF4E-B6BF-491C-8B09-FFB5CFD80F23}" destId="{FBC264EB-29F3-4F1F-8C18-C951F0240867}" srcOrd="0" destOrd="0" presId="urn:microsoft.com/office/officeart/2018/2/layout/IconLabelList"/>
    <dgm:cxn modelId="{099473EA-1F89-4F3C-99A3-3BC781677712}" type="presParOf" srcId="{4661FF4E-B6BF-491C-8B09-FFB5CFD80F23}" destId="{3AF154F3-F19D-4297-BBD5-FACBE84252AD}" srcOrd="1" destOrd="0" presId="urn:microsoft.com/office/officeart/2018/2/layout/IconLabelList"/>
    <dgm:cxn modelId="{B6300E6C-DBAB-4096-A1E3-53C8FB294B35}" type="presParOf" srcId="{4661FF4E-B6BF-491C-8B09-FFB5CFD80F23}" destId="{6897D337-02AC-4509-9715-44D055C37B48}" srcOrd="2" destOrd="0" presId="urn:microsoft.com/office/officeart/2018/2/layout/IconLabelList"/>
    <dgm:cxn modelId="{69026809-E90B-41C5-BB44-BCEEFEEBD735}" type="presParOf" srcId="{98B8C183-609F-465A-BB77-27931DE7EB50}" destId="{54DCACEB-9B43-42EF-81E7-B4B9517454E1}" srcOrd="3" destOrd="0" presId="urn:microsoft.com/office/officeart/2018/2/layout/IconLabelList"/>
    <dgm:cxn modelId="{49BB86A6-582D-487B-90AA-D4BA18419A74}" type="presParOf" srcId="{98B8C183-609F-465A-BB77-27931DE7EB50}" destId="{0DC3F6B3-8F23-4D1F-A8B3-EF5C23CD1D0C}" srcOrd="4" destOrd="0" presId="urn:microsoft.com/office/officeart/2018/2/layout/IconLabelList"/>
    <dgm:cxn modelId="{0F0FBFB0-0FF7-408A-82EB-85C2AF053166}" type="presParOf" srcId="{0DC3F6B3-8F23-4D1F-A8B3-EF5C23CD1D0C}" destId="{C13CEC7A-4C42-4716-B938-131560224241}" srcOrd="0" destOrd="0" presId="urn:microsoft.com/office/officeart/2018/2/layout/IconLabelList"/>
    <dgm:cxn modelId="{BC5BB4C4-6706-46F7-9207-5224E58761BB}" type="presParOf" srcId="{0DC3F6B3-8F23-4D1F-A8B3-EF5C23CD1D0C}" destId="{3A679105-BD5C-4B06-B409-A5B5770F9503}" srcOrd="1" destOrd="0" presId="urn:microsoft.com/office/officeart/2018/2/layout/IconLabelList"/>
    <dgm:cxn modelId="{8B3328E0-8AA6-4851-B0BA-58364448759B}" type="presParOf" srcId="{0DC3F6B3-8F23-4D1F-A8B3-EF5C23CD1D0C}" destId="{D0C55123-983D-49C3-8900-7EBEBC4E66B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1968F1-8181-4E88-BD05-CE53E19ADC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0DA79E1-044D-40BE-B9CD-0F3147644966}">
      <dgm:prSet/>
      <dgm:spPr/>
      <dgm:t>
        <a:bodyPr/>
        <a:lstStyle/>
        <a:p>
          <a:r>
            <a:rPr lang="ru-RU" b="0" i="0" baseline="0"/>
            <a:t>user_id: Привязка к конкретному пользователю Алисы.</a:t>
          </a:r>
          <a:endParaRPr lang="en-US"/>
        </a:p>
      </dgm:t>
    </dgm:pt>
    <dgm:pt modelId="{57BA5486-45FC-40C2-8444-A1A865E1B80F}" type="parTrans" cxnId="{24789353-7CEC-42E7-9FDF-B42C3EA898C7}">
      <dgm:prSet/>
      <dgm:spPr/>
      <dgm:t>
        <a:bodyPr/>
        <a:lstStyle/>
        <a:p>
          <a:endParaRPr lang="en-US"/>
        </a:p>
      </dgm:t>
    </dgm:pt>
    <dgm:pt modelId="{A7CFE1B4-175A-47C5-B5E6-598705D4EF10}" type="sibTrans" cxnId="{24789353-7CEC-42E7-9FDF-B42C3EA898C7}">
      <dgm:prSet/>
      <dgm:spPr/>
      <dgm:t>
        <a:bodyPr/>
        <a:lstStyle/>
        <a:p>
          <a:endParaRPr lang="en-US"/>
        </a:p>
      </dgm:t>
    </dgm:pt>
    <dgm:pt modelId="{43047227-8E26-4716-A7D9-362621A909B1}">
      <dgm:prSet/>
      <dgm:spPr/>
      <dgm:t>
        <a:bodyPr/>
        <a:lstStyle/>
        <a:p>
          <a:r>
            <a:rPr lang="ru-RU" b="0" i="0" baseline="0"/>
            <a:t>content: Текст твоей мысли.</a:t>
          </a:r>
          <a:endParaRPr lang="en-US"/>
        </a:p>
      </dgm:t>
    </dgm:pt>
    <dgm:pt modelId="{741A985B-3F0B-400B-938D-3D2D4A0EF5BD}" type="parTrans" cxnId="{691C974D-F4D0-47A9-9483-33D48D97F07A}">
      <dgm:prSet/>
      <dgm:spPr/>
      <dgm:t>
        <a:bodyPr/>
        <a:lstStyle/>
        <a:p>
          <a:endParaRPr lang="en-US"/>
        </a:p>
      </dgm:t>
    </dgm:pt>
    <dgm:pt modelId="{333ABA4D-803F-4B38-9956-B40B09ABFF70}" type="sibTrans" cxnId="{691C974D-F4D0-47A9-9483-33D48D97F07A}">
      <dgm:prSet/>
      <dgm:spPr/>
      <dgm:t>
        <a:bodyPr/>
        <a:lstStyle/>
        <a:p>
          <a:endParaRPr lang="en-US"/>
        </a:p>
      </dgm:t>
    </dgm:pt>
    <dgm:pt modelId="{038C2E89-8E22-4E33-8A37-BA90BBC0EFC3}">
      <dgm:prSet/>
      <dgm:spPr/>
      <dgm:t>
        <a:bodyPr/>
        <a:lstStyle/>
        <a:p>
          <a:r>
            <a:rPr lang="ru-RU" b="0" i="0" baseline="0"/>
            <a:t>created_at: Автоматическая фиксация времени записи.</a:t>
          </a:r>
          <a:endParaRPr lang="en-US"/>
        </a:p>
      </dgm:t>
    </dgm:pt>
    <dgm:pt modelId="{EEF76E3E-E335-45B1-BB7D-27F41AE921A3}" type="parTrans" cxnId="{EEE08E8A-EF6B-4827-997A-ECAF77A7EFC0}">
      <dgm:prSet/>
      <dgm:spPr/>
      <dgm:t>
        <a:bodyPr/>
        <a:lstStyle/>
        <a:p>
          <a:endParaRPr lang="en-US"/>
        </a:p>
      </dgm:t>
    </dgm:pt>
    <dgm:pt modelId="{09218C5F-C330-4E74-8F19-CBF1C17F9872}" type="sibTrans" cxnId="{EEE08E8A-EF6B-4827-997A-ECAF77A7EFC0}">
      <dgm:prSet/>
      <dgm:spPr/>
      <dgm:t>
        <a:bodyPr/>
        <a:lstStyle/>
        <a:p>
          <a:endParaRPr lang="en-US"/>
        </a:p>
      </dgm:t>
    </dgm:pt>
    <dgm:pt modelId="{2B93750F-8D63-43AE-ABC8-3BB6A5B64A03}" type="pres">
      <dgm:prSet presAssocID="{F81968F1-8181-4E88-BD05-CE53E19ADC0D}" presName="root" presStyleCnt="0">
        <dgm:presLayoutVars>
          <dgm:dir/>
          <dgm:resizeHandles val="exact"/>
        </dgm:presLayoutVars>
      </dgm:prSet>
      <dgm:spPr/>
    </dgm:pt>
    <dgm:pt modelId="{9EC357F2-25A9-4833-92CB-66A5DFE2A10B}" type="pres">
      <dgm:prSet presAssocID="{E0DA79E1-044D-40BE-B9CD-0F3147644966}" presName="compNode" presStyleCnt="0"/>
      <dgm:spPr/>
    </dgm:pt>
    <dgm:pt modelId="{06F2C170-E80E-4D54-AA85-6B19127987EC}" type="pres">
      <dgm:prSet presAssocID="{E0DA79E1-044D-40BE-B9CD-0F3147644966}" presName="bgRect" presStyleLbl="bgShp" presStyleIdx="0" presStyleCnt="3"/>
      <dgm:spPr/>
    </dgm:pt>
    <dgm:pt modelId="{D78D98D3-91C1-422B-B736-1CD344188C15}" type="pres">
      <dgm:prSet presAssocID="{E0DA79E1-044D-40BE-B9CD-0F314764496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B68623F1-7AB8-42A4-86CB-0886CB224521}" type="pres">
      <dgm:prSet presAssocID="{E0DA79E1-044D-40BE-B9CD-0F3147644966}" presName="spaceRect" presStyleCnt="0"/>
      <dgm:spPr/>
    </dgm:pt>
    <dgm:pt modelId="{E2C2430A-5C05-447A-AEB3-068EE3E272A1}" type="pres">
      <dgm:prSet presAssocID="{E0DA79E1-044D-40BE-B9CD-0F3147644966}" presName="parTx" presStyleLbl="revTx" presStyleIdx="0" presStyleCnt="3">
        <dgm:presLayoutVars>
          <dgm:chMax val="0"/>
          <dgm:chPref val="0"/>
        </dgm:presLayoutVars>
      </dgm:prSet>
      <dgm:spPr/>
    </dgm:pt>
    <dgm:pt modelId="{3007AC1A-0079-435C-BA53-F305E37F4E69}" type="pres">
      <dgm:prSet presAssocID="{A7CFE1B4-175A-47C5-B5E6-598705D4EF10}" presName="sibTrans" presStyleCnt="0"/>
      <dgm:spPr/>
    </dgm:pt>
    <dgm:pt modelId="{791DEF2D-847D-4AD1-A245-C2A7E88D7D1C}" type="pres">
      <dgm:prSet presAssocID="{43047227-8E26-4716-A7D9-362621A909B1}" presName="compNode" presStyleCnt="0"/>
      <dgm:spPr/>
    </dgm:pt>
    <dgm:pt modelId="{2263F369-1025-400C-92BF-68AF8C27091D}" type="pres">
      <dgm:prSet presAssocID="{43047227-8E26-4716-A7D9-362621A909B1}" presName="bgRect" presStyleLbl="bgShp" presStyleIdx="1" presStyleCnt="3"/>
      <dgm:spPr/>
    </dgm:pt>
    <dgm:pt modelId="{54596B7C-EB8C-4F16-BDB9-6413AB7F27A2}" type="pres">
      <dgm:prSet presAssocID="{43047227-8E26-4716-A7D9-362621A909B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E59CEE3C-C95A-488C-B10C-B16320744EE3}" type="pres">
      <dgm:prSet presAssocID="{43047227-8E26-4716-A7D9-362621A909B1}" presName="spaceRect" presStyleCnt="0"/>
      <dgm:spPr/>
    </dgm:pt>
    <dgm:pt modelId="{E76267D8-69FD-42AC-8829-6FB1CE5144DB}" type="pres">
      <dgm:prSet presAssocID="{43047227-8E26-4716-A7D9-362621A909B1}" presName="parTx" presStyleLbl="revTx" presStyleIdx="1" presStyleCnt="3">
        <dgm:presLayoutVars>
          <dgm:chMax val="0"/>
          <dgm:chPref val="0"/>
        </dgm:presLayoutVars>
      </dgm:prSet>
      <dgm:spPr/>
    </dgm:pt>
    <dgm:pt modelId="{22D2BCD4-60B7-4E13-8F1C-65BB1F2CA327}" type="pres">
      <dgm:prSet presAssocID="{333ABA4D-803F-4B38-9956-B40B09ABFF70}" presName="sibTrans" presStyleCnt="0"/>
      <dgm:spPr/>
    </dgm:pt>
    <dgm:pt modelId="{9C075628-8D27-4690-8DEB-C6D637AAE9B2}" type="pres">
      <dgm:prSet presAssocID="{038C2E89-8E22-4E33-8A37-BA90BBC0EFC3}" presName="compNode" presStyleCnt="0"/>
      <dgm:spPr/>
    </dgm:pt>
    <dgm:pt modelId="{90AF1C64-2771-48AD-8AE4-F7183E0059F2}" type="pres">
      <dgm:prSet presAssocID="{038C2E89-8E22-4E33-8A37-BA90BBC0EFC3}" presName="bgRect" presStyleLbl="bgShp" presStyleIdx="2" presStyleCnt="3"/>
      <dgm:spPr/>
    </dgm:pt>
    <dgm:pt modelId="{4E227EB2-8F9F-4DF6-867B-E83CC4F29F62}" type="pres">
      <dgm:prSet presAssocID="{038C2E89-8E22-4E33-8A37-BA90BBC0EFC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Блок-схема"/>
        </a:ext>
      </dgm:extLst>
    </dgm:pt>
    <dgm:pt modelId="{97E02C0B-E01C-465B-B7C2-C59D938A0CAF}" type="pres">
      <dgm:prSet presAssocID="{038C2E89-8E22-4E33-8A37-BA90BBC0EFC3}" presName="spaceRect" presStyleCnt="0"/>
      <dgm:spPr/>
    </dgm:pt>
    <dgm:pt modelId="{6EF5EED4-CB13-40BB-B373-CDE0956C4623}" type="pres">
      <dgm:prSet presAssocID="{038C2E89-8E22-4E33-8A37-BA90BBC0EFC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91C974D-F4D0-47A9-9483-33D48D97F07A}" srcId="{F81968F1-8181-4E88-BD05-CE53E19ADC0D}" destId="{43047227-8E26-4716-A7D9-362621A909B1}" srcOrd="1" destOrd="0" parTransId="{741A985B-3F0B-400B-938D-3D2D4A0EF5BD}" sibTransId="{333ABA4D-803F-4B38-9956-B40B09ABFF70}"/>
    <dgm:cxn modelId="{24789353-7CEC-42E7-9FDF-B42C3EA898C7}" srcId="{F81968F1-8181-4E88-BD05-CE53E19ADC0D}" destId="{E0DA79E1-044D-40BE-B9CD-0F3147644966}" srcOrd="0" destOrd="0" parTransId="{57BA5486-45FC-40C2-8444-A1A865E1B80F}" sibTransId="{A7CFE1B4-175A-47C5-B5E6-598705D4EF10}"/>
    <dgm:cxn modelId="{3AD72656-E18C-4D8B-A4C3-5728A47AD226}" type="presOf" srcId="{43047227-8E26-4716-A7D9-362621A909B1}" destId="{E76267D8-69FD-42AC-8829-6FB1CE5144DB}" srcOrd="0" destOrd="0" presId="urn:microsoft.com/office/officeart/2018/2/layout/IconVerticalSolidList"/>
    <dgm:cxn modelId="{4595BF59-F7C2-4503-8C8C-951752C04DEF}" type="presOf" srcId="{E0DA79E1-044D-40BE-B9CD-0F3147644966}" destId="{E2C2430A-5C05-447A-AEB3-068EE3E272A1}" srcOrd="0" destOrd="0" presId="urn:microsoft.com/office/officeart/2018/2/layout/IconVerticalSolidList"/>
    <dgm:cxn modelId="{23C7EE7D-4382-42AF-9C70-01E45B3468DD}" type="presOf" srcId="{038C2E89-8E22-4E33-8A37-BA90BBC0EFC3}" destId="{6EF5EED4-CB13-40BB-B373-CDE0956C4623}" srcOrd="0" destOrd="0" presId="urn:microsoft.com/office/officeart/2018/2/layout/IconVerticalSolidList"/>
    <dgm:cxn modelId="{EEE08E8A-EF6B-4827-997A-ECAF77A7EFC0}" srcId="{F81968F1-8181-4E88-BD05-CE53E19ADC0D}" destId="{038C2E89-8E22-4E33-8A37-BA90BBC0EFC3}" srcOrd="2" destOrd="0" parTransId="{EEF76E3E-E335-45B1-BB7D-27F41AE921A3}" sibTransId="{09218C5F-C330-4E74-8F19-CBF1C17F9872}"/>
    <dgm:cxn modelId="{2FF58AD8-1CE9-4061-BD3D-181AC0C98AB4}" type="presOf" srcId="{F81968F1-8181-4E88-BD05-CE53E19ADC0D}" destId="{2B93750F-8D63-43AE-ABC8-3BB6A5B64A03}" srcOrd="0" destOrd="0" presId="urn:microsoft.com/office/officeart/2018/2/layout/IconVerticalSolidList"/>
    <dgm:cxn modelId="{613F0317-8BE8-44E6-971E-8994F08876AD}" type="presParOf" srcId="{2B93750F-8D63-43AE-ABC8-3BB6A5B64A03}" destId="{9EC357F2-25A9-4833-92CB-66A5DFE2A10B}" srcOrd="0" destOrd="0" presId="urn:microsoft.com/office/officeart/2018/2/layout/IconVerticalSolidList"/>
    <dgm:cxn modelId="{D2D99995-CEC8-41A8-AEC5-A4C9DEEDC969}" type="presParOf" srcId="{9EC357F2-25A9-4833-92CB-66A5DFE2A10B}" destId="{06F2C170-E80E-4D54-AA85-6B19127987EC}" srcOrd="0" destOrd="0" presId="urn:microsoft.com/office/officeart/2018/2/layout/IconVerticalSolidList"/>
    <dgm:cxn modelId="{C9CBB28F-A447-469C-937D-5FC99890DBEC}" type="presParOf" srcId="{9EC357F2-25A9-4833-92CB-66A5DFE2A10B}" destId="{D78D98D3-91C1-422B-B736-1CD344188C15}" srcOrd="1" destOrd="0" presId="urn:microsoft.com/office/officeart/2018/2/layout/IconVerticalSolidList"/>
    <dgm:cxn modelId="{7AABAF7C-DFE8-4F89-AE10-A14870657A47}" type="presParOf" srcId="{9EC357F2-25A9-4833-92CB-66A5DFE2A10B}" destId="{B68623F1-7AB8-42A4-86CB-0886CB224521}" srcOrd="2" destOrd="0" presId="urn:microsoft.com/office/officeart/2018/2/layout/IconVerticalSolidList"/>
    <dgm:cxn modelId="{B7FCAF38-78DF-416E-8865-51F001FED835}" type="presParOf" srcId="{9EC357F2-25A9-4833-92CB-66A5DFE2A10B}" destId="{E2C2430A-5C05-447A-AEB3-068EE3E272A1}" srcOrd="3" destOrd="0" presId="urn:microsoft.com/office/officeart/2018/2/layout/IconVerticalSolidList"/>
    <dgm:cxn modelId="{C12362BC-CAE0-4C42-9916-CAE69B81BC81}" type="presParOf" srcId="{2B93750F-8D63-43AE-ABC8-3BB6A5B64A03}" destId="{3007AC1A-0079-435C-BA53-F305E37F4E69}" srcOrd="1" destOrd="0" presId="urn:microsoft.com/office/officeart/2018/2/layout/IconVerticalSolidList"/>
    <dgm:cxn modelId="{B2EDCF91-A03E-404F-8D2F-6FF8C4289000}" type="presParOf" srcId="{2B93750F-8D63-43AE-ABC8-3BB6A5B64A03}" destId="{791DEF2D-847D-4AD1-A245-C2A7E88D7D1C}" srcOrd="2" destOrd="0" presId="urn:microsoft.com/office/officeart/2018/2/layout/IconVerticalSolidList"/>
    <dgm:cxn modelId="{362D3EEC-4A3B-46BA-B3C9-BBCD98347F4E}" type="presParOf" srcId="{791DEF2D-847D-4AD1-A245-C2A7E88D7D1C}" destId="{2263F369-1025-400C-92BF-68AF8C27091D}" srcOrd="0" destOrd="0" presId="urn:microsoft.com/office/officeart/2018/2/layout/IconVerticalSolidList"/>
    <dgm:cxn modelId="{CE47EAF8-57BA-410C-A414-89796345D54B}" type="presParOf" srcId="{791DEF2D-847D-4AD1-A245-C2A7E88D7D1C}" destId="{54596B7C-EB8C-4F16-BDB9-6413AB7F27A2}" srcOrd="1" destOrd="0" presId="urn:microsoft.com/office/officeart/2018/2/layout/IconVerticalSolidList"/>
    <dgm:cxn modelId="{05272963-B4E3-48B5-8D10-2C30D31024BE}" type="presParOf" srcId="{791DEF2D-847D-4AD1-A245-C2A7E88D7D1C}" destId="{E59CEE3C-C95A-488C-B10C-B16320744EE3}" srcOrd="2" destOrd="0" presId="urn:microsoft.com/office/officeart/2018/2/layout/IconVerticalSolidList"/>
    <dgm:cxn modelId="{F7ADB710-52E0-4D75-B895-9DAE27A7892B}" type="presParOf" srcId="{791DEF2D-847D-4AD1-A245-C2A7E88D7D1C}" destId="{E76267D8-69FD-42AC-8829-6FB1CE5144DB}" srcOrd="3" destOrd="0" presId="urn:microsoft.com/office/officeart/2018/2/layout/IconVerticalSolidList"/>
    <dgm:cxn modelId="{C1A677DC-BA1B-4E42-AEF0-7E7EC660E7F8}" type="presParOf" srcId="{2B93750F-8D63-43AE-ABC8-3BB6A5B64A03}" destId="{22D2BCD4-60B7-4E13-8F1C-65BB1F2CA327}" srcOrd="3" destOrd="0" presId="urn:microsoft.com/office/officeart/2018/2/layout/IconVerticalSolidList"/>
    <dgm:cxn modelId="{52BA87A0-FAAE-49A6-A9A7-3E29A12800E0}" type="presParOf" srcId="{2B93750F-8D63-43AE-ABC8-3BB6A5B64A03}" destId="{9C075628-8D27-4690-8DEB-C6D637AAE9B2}" srcOrd="4" destOrd="0" presId="urn:microsoft.com/office/officeart/2018/2/layout/IconVerticalSolidList"/>
    <dgm:cxn modelId="{0FDFCDCD-C3F4-4D76-910E-313C3DCBF696}" type="presParOf" srcId="{9C075628-8D27-4690-8DEB-C6D637AAE9B2}" destId="{90AF1C64-2771-48AD-8AE4-F7183E0059F2}" srcOrd="0" destOrd="0" presId="urn:microsoft.com/office/officeart/2018/2/layout/IconVerticalSolidList"/>
    <dgm:cxn modelId="{95CDAF97-DF06-43D4-A8E6-33FA010803C6}" type="presParOf" srcId="{9C075628-8D27-4690-8DEB-C6D637AAE9B2}" destId="{4E227EB2-8F9F-4DF6-867B-E83CC4F29F62}" srcOrd="1" destOrd="0" presId="urn:microsoft.com/office/officeart/2018/2/layout/IconVerticalSolidList"/>
    <dgm:cxn modelId="{59C0A09A-0002-4E2B-8CC0-1AD8FC51C55D}" type="presParOf" srcId="{9C075628-8D27-4690-8DEB-C6D637AAE9B2}" destId="{97E02C0B-E01C-465B-B7C2-C59D938A0CAF}" srcOrd="2" destOrd="0" presId="urn:microsoft.com/office/officeart/2018/2/layout/IconVerticalSolidList"/>
    <dgm:cxn modelId="{29C68B76-E8F4-4AA4-A3EB-CD43641ABB3C}" type="presParOf" srcId="{9C075628-8D27-4690-8DEB-C6D637AAE9B2}" destId="{6EF5EED4-CB13-40BB-B373-CDE0956C46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62CBEC-7897-4FA3-A386-E1072FC30331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F3D69E-76D1-4C20-9AB1-5D13D1B307DC}">
      <dgm:prSet/>
      <dgm:spPr/>
      <dgm:t>
        <a:bodyPr/>
        <a:lstStyle/>
        <a:p>
          <a:r>
            <a:rPr lang="ru-RU" b="0" i="0" baseline="0"/>
            <a:t>Быстрые кнопки для частых команд.</a:t>
          </a:r>
          <a:endParaRPr lang="en-US"/>
        </a:p>
      </dgm:t>
    </dgm:pt>
    <dgm:pt modelId="{70809AFA-6437-4205-B7F6-285D5C8F9E42}" type="parTrans" cxnId="{3533130C-E497-4E02-81B8-9BA96B53E290}">
      <dgm:prSet/>
      <dgm:spPr/>
      <dgm:t>
        <a:bodyPr/>
        <a:lstStyle/>
        <a:p>
          <a:endParaRPr lang="en-US"/>
        </a:p>
      </dgm:t>
    </dgm:pt>
    <dgm:pt modelId="{CB25ECFF-44DA-43BB-B79A-4E99ECF09BDF}" type="sibTrans" cxnId="{3533130C-E497-4E02-81B8-9BA96B53E290}">
      <dgm:prSet/>
      <dgm:spPr/>
      <dgm:t>
        <a:bodyPr/>
        <a:lstStyle/>
        <a:p>
          <a:endParaRPr lang="en-US"/>
        </a:p>
      </dgm:t>
    </dgm:pt>
    <dgm:pt modelId="{5906BCFD-316E-49F9-85CF-B4D843F8B7A9}">
      <dgm:prSet/>
      <dgm:spPr/>
      <dgm:t>
        <a:bodyPr/>
        <a:lstStyle/>
        <a:p>
          <a:r>
            <a:rPr lang="ru-RU" b="0" i="0" baseline="0"/>
            <a:t>Визуальные карточки (BigImage) при приветствии.</a:t>
          </a:r>
          <a:endParaRPr lang="en-US"/>
        </a:p>
      </dgm:t>
    </dgm:pt>
    <dgm:pt modelId="{A8EB6ACF-C461-4F21-84D3-6CB8FD593031}" type="parTrans" cxnId="{6EB232D4-21C8-4E1A-A9E3-0125849B7158}">
      <dgm:prSet/>
      <dgm:spPr/>
      <dgm:t>
        <a:bodyPr/>
        <a:lstStyle/>
        <a:p>
          <a:endParaRPr lang="en-US"/>
        </a:p>
      </dgm:t>
    </dgm:pt>
    <dgm:pt modelId="{1C5A1F6C-8663-4D33-A9D7-D26AEBF85D8C}" type="sibTrans" cxnId="{6EB232D4-21C8-4E1A-A9E3-0125849B7158}">
      <dgm:prSet/>
      <dgm:spPr/>
      <dgm:t>
        <a:bodyPr/>
        <a:lstStyle/>
        <a:p>
          <a:endParaRPr lang="en-US"/>
        </a:p>
      </dgm:t>
    </dgm:pt>
    <dgm:pt modelId="{749CC76F-4AB3-4562-B116-3B66420C3896}">
      <dgm:prSet/>
      <dgm:spPr/>
      <dgm:t>
        <a:bodyPr/>
        <a:lstStyle/>
        <a:p>
          <a:r>
            <a:rPr lang="ru-RU" b="0" i="0" baseline="0"/>
            <a:t>Голосовая озвучка (TTS) каждого ответа.</a:t>
          </a:r>
          <a:endParaRPr lang="en-US"/>
        </a:p>
      </dgm:t>
    </dgm:pt>
    <dgm:pt modelId="{C236DF0E-A08D-4ADB-9588-6380A62152A9}" type="parTrans" cxnId="{D37FC01E-7F8B-4D0F-A574-9100E309EFD0}">
      <dgm:prSet/>
      <dgm:spPr/>
      <dgm:t>
        <a:bodyPr/>
        <a:lstStyle/>
        <a:p>
          <a:endParaRPr lang="en-US"/>
        </a:p>
      </dgm:t>
    </dgm:pt>
    <dgm:pt modelId="{9933F069-896C-4A77-A2D8-70C87072C86B}" type="sibTrans" cxnId="{D37FC01E-7F8B-4D0F-A574-9100E309EFD0}">
      <dgm:prSet/>
      <dgm:spPr/>
      <dgm:t>
        <a:bodyPr/>
        <a:lstStyle/>
        <a:p>
          <a:endParaRPr lang="en-US"/>
        </a:p>
      </dgm:t>
    </dgm:pt>
    <dgm:pt modelId="{7FC02907-052A-4634-91E3-CE8CE84A782F}" type="pres">
      <dgm:prSet presAssocID="{1762CBEC-7897-4FA3-A386-E1072FC303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921B56-FE1B-48DD-8639-9D2A9559A1CA}" type="pres">
      <dgm:prSet presAssocID="{63F3D69E-76D1-4C20-9AB1-5D13D1B307DC}" presName="hierRoot1" presStyleCnt="0"/>
      <dgm:spPr/>
    </dgm:pt>
    <dgm:pt modelId="{17C2B531-0633-426A-9766-2567FF115736}" type="pres">
      <dgm:prSet presAssocID="{63F3D69E-76D1-4C20-9AB1-5D13D1B307DC}" presName="composite" presStyleCnt="0"/>
      <dgm:spPr/>
    </dgm:pt>
    <dgm:pt modelId="{ACBBDA9B-4872-4CAA-8206-DA947A39E778}" type="pres">
      <dgm:prSet presAssocID="{63F3D69E-76D1-4C20-9AB1-5D13D1B307DC}" presName="background" presStyleLbl="node0" presStyleIdx="0" presStyleCnt="3"/>
      <dgm:spPr/>
    </dgm:pt>
    <dgm:pt modelId="{E2C21C08-AE07-47B1-B2B6-62672273C129}" type="pres">
      <dgm:prSet presAssocID="{63F3D69E-76D1-4C20-9AB1-5D13D1B307DC}" presName="text" presStyleLbl="fgAcc0" presStyleIdx="0" presStyleCnt="3">
        <dgm:presLayoutVars>
          <dgm:chPref val="3"/>
        </dgm:presLayoutVars>
      </dgm:prSet>
      <dgm:spPr/>
    </dgm:pt>
    <dgm:pt modelId="{40FBCCC6-C5AE-43ED-A5D4-44D41F1241E7}" type="pres">
      <dgm:prSet presAssocID="{63F3D69E-76D1-4C20-9AB1-5D13D1B307DC}" presName="hierChild2" presStyleCnt="0"/>
      <dgm:spPr/>
    </dgm:pt>
    <dgm:pt modelId="{F548EDCD-42F4-4A9A-B51D-BDDF72767634}" type="pres">
      <dgm:prSet presAssocID="{5906BCFD-316E-49F9-85CF-B4D843F8B7A9}" presName="hierRoot1" presStyleCnt="0"/>
      <dgm:spPr/>
    </dgm:pt>
    <dgm:pt modelId="{9318D9D8-DD45-4CC3-9CD2-659767D16935}" type="pres">
      <dgm:prSet presAssocID="{5906BCFD-316E-49F9-85CF-B4D843F8B7A9}" presName="composite" presStyleCnt="0"/>
      <dgm:spPr/>
    </dgm:pt>
    <dgm:pt modelId="{55BFD794-32CC-4EF1-B012-432C1406320C}" type="pres">
      <dgm:prSet presAssocID="{5906BCFD-316E-49F9-85CF-B4D843F8B7A9}" presName="background" presStyleLbl="node0" presStyleIdx="1" presStyleCnt="3"/>
      <dgm:spPr/>
    </dgm:pt>
    <dgm:pt modelId="{3B2922AA-4F9D-4AEC-B174-374291982616}" type="pres">
      <dgm:prSet presAssocID="{5906BCFD-316E-49F9-85CF-B4D843F8B7A9}" presName="text" presStyleLbl="fgAcc0" presStyleIdx="1" presStyleCnt="3">
        <dgm:presLayoutVars>
          <dgm:chPref val="3"/>
        </dgm:presLayoutVars>
      </dgm:prSet>
      <dgm:spPr/>
    </dgm:pt>
    <dgm:pt modelId="{5F5729E2-CDE6-485A-933B-4550D00EFCE1}" type="pres">
      <dgm:prSet presAssocID="{5906BCFD-316E-49F9-85CF-B4D843F8B7A9}" presName="hierChild2" presStyleCnt="0"/>
      <dgm:spPr/>
    </dgm:pt>
    <dgm:pt modelId="{E98FCC00-8E60-4BF9-AD6A-DE410ED6BF44}" type="pres">
      <dgm:prSet presAssocID="{749CC76F-4AB3-4562-B116-3B66420C3896}" presName="hierRoot1" presStyleCnt="0"/>
      <dgm:spPr/>
    </dgm:pt>
    <dgm:pt modelId="{173CE71D-6B5E-4BD6-B41F-D1EAB9C97707}" type="pres">
      <dgm:prSet presAssocID="{749CC76F-4AB3-4562-B116-3B66420C3896}" presName="composite" presStyleCnt="0"/>
      <dgm:spPr/>
    </dgm:pt>
    <dgm:pt modelId="{AD3BFA81-82E5-4829-BB46-32F659B38E4A}" type="pres">
      <dgm:prSet presAssocID="{749CC76F-4AB3-4562-B116-3B66420C3896}" presName="background" presStyleLbl="node0" presStyleIdx="2" presStyleCnt="3"/>
      <dgm:spPr/>
    </dgm:pt>
    <dgm:pt modelId="{C96E8FD1-4196-4522-8DC1-2A3B8E82C099}" type="pres">
      <dgm:prSet presAssocID="{749CC76F-4AB3-4562-B116-3B66420C3896}" presName="text" presStyleLbl="fgAcc0" presStyleIdx="2" presStyleCnt="3">
        <dgm:presLayoutVars>
          <dgm:chPref val="3"/>
        </dgm:presLayoutVars>
      </dgm:prSet>
      <dgm:spPr/>
    </dgm:pt>
    <dgm:pt modelId="{C9613405-3FEB-45EF-8126-7E8D504F8683}" type="pres">
      <dgm:prSet presAssocID="{749CC76F-4AB3-4562-B116-3B66420C3896}" presName="hierChild2" presStyleCnt="0"/>
      <dgm:spPr/>
    </dgm:pt>
  </dgm:ptLst>
  <dgm:cxnLst>
    <dgm:cxn modelId="{3533130C-E497-4E02-81B8-9BA96B53E290}" srcId="{1762CBEC-7897-4FA3-A386-E1072FC30331}" destId="{63F3D69E-76D1-4C20-9AB1-5D13D1B307DC}" srcOrd="0" destOrd="0" parTransId="{70809AFA-6437-4205-B7F6-285D5C8F9E42}" sibTransId="{CB25ECFF-44DA-43BB-B79A-4E99ECF09BDF}"/>
    <dgm:cxn modelId="{D37FC01E-7F8B-4D0F-A574-9100E309EFD0}" srcId="{1762CBEC-7897-4FA3-A386-E1072FC30331}" destId="{749CC76F-4AB3-4562-B116-3B66420C3896}" srcOrd="2" destOrd="0" parTransId="{C236DF0E-A08D-4ADB-9588-6380A62152A9}" sibTransId="{9933F069-896C-4A77-A2D8-70C87072C86B}"/>
    <dgm:cxn modelId="{7D21A471-8D9C-48BB-9E1E-0B25D96018BC}" type="presOf" srcId="{63F3D69E-76D1-4C20-9AB1-5D13D1B307DC}" destId="{E2C21C08-AE07-47B1-B2B6-62672273C129}" srcOrd="0" destOrd="0" presId="urn:microsoft.com/office/officeart/2005/8/layout/hierarchy1"/>
    <dgm:cxn modelId="{677A02C7-B31A-43A1-9DDE-0EFDB1155693}" type="presOf" srcId="{749CC76F-4AB3-4562-B116-3B66420C3896}" destId="{C96E8FD1-4196-4522-8DC1-2A3B8E82C099}" srcOrd="0" destOrd="0" presId="urn:microsoft.com/office/officeart/2005/8/layout/hierarchy1"/>
    <dgm:cxn modelId="{D434BCD1-6676-4DA9-B78F-4B98F3343624}" type="presOf" srcId="{5906BCFD-316E-49F9-85CF-B4D843F8B7A9}" destId="{3B2922AA-4F9D-4AEC-B174-374291982616}" srcOrd="0" destOrd="0" presId="urn:microsoft.com/office/officeart/2005/8/layout/hierarchy1"/>
    <dgm:cxn modelId="{6EB232D4-21C8-4E1A-A9E3-0125849B7158}" srcId="{1762CBEC-7897-4FA3-A386-E1072FC30331}" destId="{5906BCFD-316E-49F9-85CF-B4D843F8B7A9}" srcOrd="1" destOrd="0" parTransId="{A8EB6ACF-C461-4F21-84D3-6CB8FD593031}" sibTransId="{1C5A1F6C-8663-4D33-A9D7-D26AEBF85D8C}"/>
    <dgm:cxn modelId="{8FE101E8-7B17-4CCC-9C78-34B201FA1DBB}" type="presOf" srcId="{1762CBEC-7897-4FA3-A386-E1072FC30331}" destId="{7FC02907-052A-4634-91E3-CE8CE84A782F}" srcOrd="0" destOrd="0" presId="urn:microsoft.com/office/officeart/2005/8/layout/hierarchy1"/>
    <dgm:cxn modelId="{54155D82-C27F-4D1E-A9F6-665C8C59AB9E}" type="presParOf" srcId="{7FC02907-052A-4634-91E3-CE8CE84A782F}" destId="{61921B56-FE1B-48DD-8639-9D2A9559A1CA}" srcOrd="0" destOrd="0" presId="urn:microsoft.com/office/officeart/2005/8/layout/hierarchy1"/>
    <dgm:cxn modelId="{10F34710-B649-4540-8475-0C2583A02A1D}" type="presParOf" srcId="{61921B56-FE1B-48DD-8639-9D2A9559A1CA}" destId="{17C2B531-0633-426A-9766-2567FF115736}" srcOrd="0" destOrd="0" presId="urn:microsoft.com/office/officeart/2005/8/layout/hierarchy1"/>
    <dgm:cxn modelId="{C00038E5-9A1D-4026-8942-968477BB8199}" type="presParOf" srcId="{17C2B531-0633-426A-9766-2567FF115736}" destId="{ACBBDA9B-4872-4CAA-8206-DA947A39E778}" srcOrd="0" destOrd="0" presId="urn:microsoft.com/office/officeart/2005/8/layout/hierarchy1"/>
    <dgm:cxn modelId="{D09598D8-8EF1-42AD-A0CC-DDA88670A1BD}" type="presParOf" srcId="{17C2B531-0633-426A-9766-2567FF115736}" destId="{E2C21C08-AE07-47B1-B2B6-62672273C129}" srcOrd="1" destOrd="0" presId="urn:microsoft.com/office/officeart/2005/8/layout/hierarchy1"/>
    <dgm:cxn modelId="{3FB5305B-9FED-434C-8388-02D74C62A9D1}" type="presParOf" srcId="{61921B56-FE1B-48DD-8639-9D2A9559A1CA}" destId="{40FBCCC6-C5AE-43ED-A5D4-44D41F1241E7}" srcOrd="1" destOrd="0" presId="urn:microsoft.com/office/officeart/2005/8/layout/hierarchy1"/>
    <dgm:cxn modelId="{B131E34A-EA73-408E-9FBE-D2D0DB361018}" type="presParOf" srcId="{7FC02907-052A-4634-91E3-CE8CE84A782F}" destId="{F548EDCD-42F4-4A9A-B51D-BDDF72767634}" srcOrd="1" destOrd="0" presId="urn:microsoft.com/office/officeart/2005/8/layout/hierarchy1"/>
    <dgm:cxn modelId="{66BE41A0-77F2-41B4-968D-915FC5F80267}" type="presParOf" srcId="{F548EDCD-42F4-4A9A-B51D-BDDF72767634}" destId="{9318D9D8-DD45-4CC3-9CD2-659767D16935}" srcOrd="0" destOrd="0" presId="urn:microsoft.com/office/officeart/2005/8/layout/hierarchy1"/>
    <dgm:cxn modelId="{6C9D704C-4D49-466B-9556-B24C276F0563}" type="presParOf" srcId="{9318D9D8-DD45-4CC3-9CD2-659767D16935}" destId="{55BFD794-32CC-4EF1-B012-432C1406320C}" srcOrd="0" destOrd="0" presId="urn:microsoft.com/office/officeart/2005/8/layout/hierarchy1"/>
    <dgm:cxn modelId="{CB479B86-C0B7-443C-ACE9-99A508A8571D}" type="presParOf" srcId="{9318D9D8-DD45-4CC3-9CD2-659767D16935}" destId="{3B2922AA-4F9D-4AEC-B174-374291982616}" srcOrd="1" destOrd="0" presId="urn:microsoft.com/office/officeart/2005/8/layout/hierarchy1"/>
    <dgm:cxn modelId="{D7F0FDA6-AF5D-4FE7-94DC-50DE17EBCE83}" type="presParOf" srcId="{F548EDCD-42F4-4A9A-B51D-BDDF72767634}" destId="{5F5729E2-CDE6-485A-933B-4550D00EFCE1}" srcOrd="1" destOrd="0" presId="urn:microsoft.com/office/officeart/2005/8/layout/hierarchy1"/>
    <dgm:cxn modelId="{C4B69457-9D45-417A-AE24-668205D0C3D1}" type="presParOf" srcId="{7FC02907-052A-4634-91E3-CE8CE84A782F}" destId="{E98FCC00-8E60-4BF9-AD6A-DE410ED6BF44}" srcOrd="2" destOrd="0" presId="urn:microsoft.com/office/officeart/2005/8/layout/hierarchy1"/>
    <dgm:cxn modelId="{4539D4F3-6CB3-4F49-9B85-360FF89EA86C}" type="presParOf" srcId="{E98FCC00-8E60-4BF9-AD6A-DE410ED6BF44}" destId="{173CE71D-6B5E-4BD6-B41F-D1EAB9C97707}" srcOrd="0" destOrd="0" presId="urn:microsoft.com/office/officeart/2005/8/layout/hierarchy1"/>
    <dgm:cxn modelId="{77DB4D4F-00B2-4C91-9573-4BEE4DEA9506}" type="presParOf" srcId="{173CE71D-6B5E-4BD6-B41F-D1EAB9C97707}" destId="{AD3BFA81-82E5-4829-BB46-32F659B38E4A}" srcOrd="0" destOrd="0" presId="urn:microsoft.com/office/officeart/2005/8/layout/hierarchy1"/>
    <dgm:cxn modelId="{83D86669-E4AD-4E18-AE26-8C5527522F09}" type="presParOf" srcId="{173CE71D-6B5E-4BD6-B41F-D1EAB9C97707}" destId="{C96E8FD1-4196-4522-8DC1-2A3B8E82C099}" srcOrd="1" destOrd="0" presId="urn:microsoft.com/office/officeart/2005/8/layout/hierarchy1"/>
    <dgm:cxn modelId="{B0BC70D8-FCD8-4F35-A050-93B259137D7F}" type="presParOf" srcId="{E98FCC00-8E60-4BF9-AD6A-DE410ED6BF44}" destId="{C9613405-3FEB-45EF-8126-7E8D504F868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4C2C3-9732-4025-BBE7-C5E2AA2AC73D}">
      <dsp:nvSpPr>
        <dsp:cNvPr id="0" name=""/>
        <dsp:cNvSpPr/>
      </dsp:nvSpPr>
      <dsp:spPr>
        <a:xfrm>
          <a:off x="0" y="852586"/>
          <a:ext cx="6391275" cy="15740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B63B4-5CBA-4651-9B7F-2060EF3C521B}">
      <dsp:nvSpPr>
        <dsp:cNvPr id="0" name=""/>
        <dsp:cNvSpPr/>
      </dsp:nvSpPr>
      <dsp:spPr>
        <a:xfrm>
          <a:off x="476136" y="1206738"/>
          <a:ext cx="865703" cy="8657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AF811-404F-42E4-840B-EAC2E83C1369}">
      <dsp:nvSpPr>
        <dsp:cNvPr id="0" name=""/>
        <dsp:cNvSpPr/>
      </dsp:nvSpPr>
      <dsp:spPr>
        <a:xfrm>
          <a:off x="1817977" y="852586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Проблема: Идеи приходят внезапно, когда неудобно печатать.</a:t>
          </a:r>
          <a:endParaRPr lang="en-US" sz="2000" kern="1200" dirty="0"/>
        </a:p>
      </dsp:txBody>
      <dsp:txXfrm>
        <a:off x="1817977" y="852586"/>
        <a:ext cx="4573297" cy="1574006"/>
      </dsp:txXfrm>
    </dsp:sp>
    <dsp:sp modelId="{0E199E72-2342-4BD3-B4FB-658C4C9D511B}">
      <dsp:nvSpPr>
        <dsp:cNvPr id="0" name=""/>
        <dsp:cNvSpPr/>
      </dsp:nvSpPr>
      <dsp:spPr>
        <a:xfrm>
          <a:off x="0" y="2820094"/>
          <a:ext cx="6391275" cy="15740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B7894-CC41-4E10-853C-D7D9F756DEB4}">
      <dsp:nvSpPr>
        <dsp:cNvPr id="0" name=""/>
        <dsp:cNvSpPr/>
      </dsp:nvSpPr>
      <dsp:spPr>
        <a:xfrm>
          <a:off x="476136" y="3174245"/>
          <a:ext cx="865703" cy="8657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432DA-8A74-4C52-A832-2B622BF0BD24}">
      <dsp:nvSpPr>
        <dsp:cNvPr id="0" name=""/>
        <dsp:cNvSpPr/>
      </dsp:nvSpPr>
      <dsp:spPr>
        <a:xfrm>
          <a:off x="1817977" y="2820094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Решение: Просто скажи «Алиса, запиши...», и навык сохранит твою мысль в базу данных.</a:t>
          </a:r>
          <a:endParaRPr lang="en-US" sz="2000" kern="1200"/>
        </a:p>
      </dsp:txBody>
      <dsp:txXfrm>
        <a:off x="1817977" y="2820094"/>
        <a:ext cx="4573297" cy="15740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82772-A5C4-4736-93A2-401B492404C5}">
      <dsp:nvSpPr>
        <dsp:cNvPr id="0" name=""/>
        <dsp:cNvSpPr/>
      </dsp:nvSpPr>
      <dsp:spPr>
        <a:xfrm>
          <a:off x="0" y="735245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64290-E026-4AB7-9014-45FBC94CDDB7}">
      <dsp:nvSpPr>
        <dsp:cNvPr id="0" name=""/>
        <dsp:cNvSpPr/>
      </dsp:nvSpPr>
      <dsp:spPr>
        <a:xfrm>
          <a:off x="340341" y="1058570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Мгновенное создание заметок голосом.</a:t>
          </a:r>
          <a:endParaRPr lang="en-US" sz="2800" kern="1200"/>
        </a:p>
      </dsp:txBody>
      <dsp:txXfrm>
        <a:off x="397310" y="1115539"/>
        <a:ext cx="2949135" cy="1831113"/>
      </dsp:txXfrm>
    </dsp:sp>
    <dsp:sp modelId="{9EDAE60C-4FF4-4087-AD46-26E02ABF0F97}">
      <dsp:nvSpPr>
        <dsp:cNvPr id="0" name=""/>
        <dsp:cNvSpPr/>
      </dsp:nvSpPr>
      <dsp:spPr>
        <a:xfrm>
          <a:off x="3743756" y="735245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11BE2-89A1-4210-A9C2-342F80279DE8}">
      <dsp:nvSpPr>
        <dsp:cNvPr id="0" name=""/>
        <dsp:cNvSpPr/>
      </dsp:nvSpPr>
      <dsp:spPr>
        <a:xfrm>
          <a:off x="4084098" y="1058570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Просмотр записей за сегодня и за вчера.</a:t>
          </a:r>
          <a:endParaRPr lang="en-US" sz="2800" kern="1200"/>
        </a:p>
      </dsp:txBody>
      <dsp:txXfrm>
        <a:off x="4141067" y="1115539"/>
        <a:ext cx="2949135" cy="1831113"/>
      </dsp:txXfrm>
    </dsp:sp>
    <dsp:sp modelId="{3C209BD9-2B26-4270-B697-4A4CB97F6EA8}">
      <dsp:nvSpPr>
        <dsp:cNvPr id="0" name=""/>
        <dsp:cNvSpPr/>
      </dsp:nvSpPr>
      <dsp:spPr>
        <a:xfrm>
          <a:off x="7487513" y="735245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DF678-866B-4496-BD47-E359425C0DE8}">
      <dsp:nvSpPr>
        <dsp:cNvPr id="0" name=""/>
        <dsp:cNvSpPr/>
      </dsp:nvSpPr>
      <dsp:spPr>
        <a:xfrm>
          <a:off x="7827855" y="1058570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Доступ к истории (последние 10 записей).</a:t>
          </a:r>
          <a:endParaRPr lang="en-US" sz="2800" kern="1200"/>
        </a:p>
      </dsp:txBody>
      <dsp:txXfrm>
        <a:off x="7884824" y="1115539"/>
        <a:ext cx="2949135" cy="18311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E4AF5-B7E1-4213-B67C-D32B4FABA52B}">
      <dsp:nvSpPr>
        <dsp:cNvPr id="0" name=""/>
        <dsp:cNvSpPr/>
      </dsp:nvSpPr>
      <dsp:spPr>
        <a:xfrm>
          <a:off x="0" y="0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Удаление по номеру: «Удали вторую запись».</a:t>
          </a:r>
          <a:endParaRPr lang="en-US" sz="3100" kern="1200"/>
        </a:p>
      </dsp:txBody>
      <dsp:txXfrm>
        <a:off x="35968" y="35968"/>
        <a:ext cx="6850257" cy="1156108"/>
      </dsp:txXfrm>
    </dsp:sp>
    <dsp:sp modelId="{4845CBCE-65AE-4369-A2CA-DFE84E39D6CD}">
      <dsp:nvSpPr>
        <dsp:cNvPr id="0" name=""/>
        <dsp:cNvSpPr/>
      </dsp:nvSpPr>
      <dsp:spPr>
        <a:xfrm>
          <a:off x="721359" y="1432718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Удаление по смыслу: «Удали последнюю» или «Удали пятую».</a:t>
          </a:r>
          <a:endParaRPr lang="en-US" sz="3100" kern="1200"/>
        </a:p>
      </dsp:txBody>
      <dsp:txXfrm>
        <a:off x="757327" y="1468686"/>
        <a:ext cx="6583888" cy="1156108"/>
      </dsp:txXfrm>
    </dsp:sp>
    <dsp:sp modelId="{6C557D24-9D4F-498E-9010-599469F02B1F}">
      <dsp:nvSpPr>
        <dsp:cNvPr id="0" name=""/>
        <dsp:cNvSpPr/>
      </dsp:nvSpPr>
      <dsp:spPr>
        <a:xfrm>
          <a:off x="1442719" y="2865437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Навык сам найдет нужную строку в БД и сотрет её.</a:t>
          </a:r>
          <a:endParaRPr lang="en-US" sz="3100" kern="1200"/>
        </a:p>
      </dsp:txBody>
      <dsp:txXfrm>
        <a:off x="1478687" y="2901405"/>
        <a:ext cx="6583888" cy="1156108"/>
      </dsp:txXfrm>
    </dsp:sp>
    <dsp:sp modelId="{1727A74F-62E2-43C3-8C13-244ADF64C7F3}">
      <dsp:nvSpPr>
        <dsp:cNvPr id="0" name=""/>
        <dsp:cNvSpPr/>
      </dsp:nvSpPr>
      <dsp:spPr>
        <a:xfrm>
          <a:off x="7377184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556785" y="931267"/>
        <a:ext cx="439026" cy="600667"/>
      </dsp:txXfrm>
    </dsp:sp>
    <dsp:sp modelId="{018E054B-A23A-4A0B-A57D-B7DD192A2457}">
      <dsp:nvSpPr>
        <dsp:cNvPr id="0" name=""/>
        <dsp:cNvSpPr/>
      </dsp:nvSpPr>
      <dsp:spPr>
        <a:xfrm>
          <a:off x="8098544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78145" y="2355798"/>
        <a:ext cx="439026" cy="6006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C771B-C4B0-4FA5-9497-276975892CB2}">
      <dsp:nvSpPr>
        <dsp:cNvPr id="0" name=""/>
        <dsp:cNvSpPr/>
      </dsp:nvSpPr>
      <dsp:spPr>
        <a:xfrm>
          <a:off x="923249" y="552377"/>
          <a:ext cx="1250177" cy="12501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34836-D897-45E1-922C-41E42BFD093E}">
      <dsp:nvSpPr>
        <dsp:cNvPr id="0" name=""/>
        <dsp:cNvSpPr/>
      </dsp:nvSpPr>
      <dsp:spPr>
        <a:xfrm>
          <a:off x="159251" y="2150305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i="0" kern="1200" baseline="0"/>
            <a:t>Backend:</a:t>
          </a:r>
          <a:r>
            <a:rPr lang="ru-RU" sz="1700" b="0" i="0" kern="1200" baseline="0"/>
            <a:t> FastAPI (быстрая обработка вебхуков).</a:t>
          </a:r>
          <a:endParaRPr lang="en-US" sz="1700" kern="1200"/>
        </a:p>
      </dsp:txBody>
      <dsp:txXfrm>
        <a:off x="159251" y="2150305"/>
        <a:ext cx="2778172" cy="720000"/>
      </dsp:txXfrm>
    </dsp:sp>
    <dsp:sp modelId="{FBC264EB-29F3-4F1F-8C18-C951F0240867}">
      <dsp:nvSpPr>
        <dsp:cNvPr id="0" name=""/>
        <dsp:cNvSpPr/>
      </dsp:nvSpPr>
      <dsp:spPr>
        <a:xfrm>
          <a:off x="4187602" y="552377"/>
          <a:ext cx="1250177" cy="12501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7D337-02AC-4509-9715-44D055C37B48}">
      <dsp:nvSpPr>
        <dsp:cNvPr id="0" name=""/>
        <dsp:cNvSpPr/>
      </dsp:nvSpPr>
      <dsp:spPr>
        <a:xfrm>
          <a:off x="3423605" y="2150305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i="0" kern="1200" baseline="0"/>
            <a:t>Database:</a:t>
          </a:r>
          <a:r>
            <a:rPr lang="ru-RU" sz="1700" b="0" i="0" kern="1200" baseline="0"/>
            <a:t> SQLite + SQLAlchemy (надежное хранение).</a:t>
          </a:r>
          <a:endParaRPr lang="en-US" sz="1700" kern="1200"/>
        </a:p>
      </dsp:txBody>
      <dsp:txXfrm>
        <a:off x="3423605" y="2150305"/>
        <a:ext cx="2778172" cy="720000"/>
      </dsp:txXfrm>
    </dsp:sp>
    <dsp:sp modelId="{C13CEC7A-4C42-4716-B938-131560224241}">
      <dsp:nvSpPr>
        <dsp:cNvPr id="0" name=""/>
        <dsp:cNvSpPr/>
      </dsp:nvSpPr>
      <dsp:spPr>
        <a:xfrm>
          <a:off x="7451955" y="552377"/>
          <a:ext cx="1250177" cy="12501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55123-983D-49C3-8900-7EBEBC4E66BA}">
      <dsp:nvSpPr>
        <dsp:cNvPr id="0" name=""/>
        <dsp:cNvSpPr/>
      </dsp:nvSpPr>
      <dsp:spPr>
        <a:xfrm>
          <a:off x="6687958" y="2150305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i="0" kern="1200" baseline="0"/>
            <a:t>Logic:</a:t>
          </a:r>
          <a:r>
            <a:rPr lang="ru-RU" sz="1700" b="0" i="0" kern="1200" baseline="0"/>
            <a:t> Модульная структура (API, CRUD, Models).</a:t>
          </a:r>
          <a:endParaRPr lang="en-US" sz="1700" kern="1200"/>
        </a:p>
      </dsp:txBody>
      <dsp:txXfrm>
        <a:off x="6687958" y="2150305"/>
        <a:ext cx="277817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2C170-E80E-4D54-AA85-6B19127987EC}">
      <dsp:nvSpPr>
        <dsp:cNvPr id="0" name=""/>
        <dsp:cNvSpPr/>
      </dsp:nvSpPr>
      <dsp:spPr>
        <a:xfrm>
          <a:off x="0" y="640"/>
          <a:ext cx="6391275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8D98D3-91C1-422B-B736-1CD344188C15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2430A-5C05-447A-AEB3-068EE3E272A1}">
      <dsp:nvSpPr>
        <dsp:cNvPr id="0" name=""/>
        <dsp:cNvSpPr/>
      </dsp:nvSpPr>
      <dsp:spPr>
        <a:xfrm>
          <a:off x="1730984" y="640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user_id: Привязка к конкретному пользователю Алисы.</a:t>
          </a:r>
          <a:endParaRPr lang="en-US" sz="2400" kern="1200"/>
        </a:p>
      </dsp:txBody>
      <dsp:txXfrm>
        <a:off x="1730984" y="640"/>
        <a:ext cx="4660290" cy="1498687"/>
      </dsp:txXfrm>
    </dsp:sp>
    <dsp:sp modelId="{2263F369-1025-400C-92BF-68AF8C27091D}">
      <dsp:nvSpPr>
        <dsp:cNvPr id="0" name=""/>
        <dsp:cNvSpPr/>
      </dsp:nvSpPr>
      <dsp:spPr>
        <a:xfrm>
          <a:off x="0" y="1873999"/>
          <a:ext cx="6391275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96B7C-EB8C-4F16-BDB9-6413AB7F27A2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267D8-69FD-42AC-8829-6FB1CE5144DB}">
      <dsp:nvSpPr>
        <dsp:cNvPr id="0" name=""/>
        <dsp:cNvSpPr/>
      </dsp:nvSpPr>
      <dsp:spPr>
        <a:xfrm>
          <a:off x="1730984" y="1873999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content: Текст твоей мысли.</a:t>
          </a:r>
          <a:endParaRPr lang="en-US" sz="2400" kern="1200"/>
        </a:p>
      </dsp:txBody>
      <dsp:txXfrm>
        <a:off x="1730984" y="1873999"/>
        <a:ext cx="4660290" cy="1498687"/>
      </dsp:txXfrm>
    </dsp:sp>
    <dsp:sp modelId="{90AF1C64-2771-48AD-8AE4-F7183E0059F2}">
      <dsp:nvSpPr>
        <dsp:cNvPr id="0" name=""/>
        <dsp:cNvSpPr/>
      </dsp:nvSpPr>
      <dsp:spPr>
        <a:xfrm>
          <a:off x="0" y="3747359"/>
          <a:ext cx="6391275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27EB2-8F9F-4DF6-867B-E83CC4F29F62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5EED4-CB13-40BB-B373-CDE0956C4623}">
      <dsp:nvSpPr>
        <dsp:cNvPr id="0" name=""/>
        <dsp:cNvSpPr/>
      </dsp:nvSpPr>
      <dsp:spPr>
        <a:xfrm>
          <a:off x="1730984" y="3747359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created_at: Автоматическая фиксация времени записи.</a:t>
          </a:r>
          <a:endParaRPr lang="en-US" sz="2400" kern="1200"/>
        </a:p>
      </dsp:txBody>
      <dsp:txXfrm>
        <a:off x="1730984" y="3747359"/>
        <a:ext cx="4660290" cy="14986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BDA9B-4872-4CAA-8206-DA947A39E778}">
      <dsp:nvSpPr>
        <dsp:cNvPr id="0" name=""/>
        <dsp:cNvSpPr/>
      </dsp:nvSpPr>
      <dsp:spPr>
        <a:xfrm>
          <a:off x="0" y="540837"/>
          <a:ext cx="2707138" cy="1719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C21C08-AE07-47B1-B2B6-62672273C129}">
      <dsp:nvSpPr>
        <dsp:cNvPr id="0" name=""/>
        <dsp:cNvSpPr/>
      </dsp:nvSpPr>
      <dsp:spPr>
        <a:xfrm>
          <a:off x="300793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Быстрые кнопки для частых команд.</a:t>
          </a:r>
          <a:endParaRPr lang="en-US" sz="2500" kern="1200"/>
        </a:p>
      </dsp:txBody>
      <dsp:txXfrm>
        <a:off x="351142" y="876939"/>
        <a:ext cx="2606440" cy="1618335"/>
      </dsp:txXfrm>
    </dsp:sp>
    <dsp:sp modelId="{55BFD794-32CC-4EF1-B012-432C1406320C}">
      <dsp:nvSpPr>
        <dsp:cNvPr id="0" name=""/>
        <dsp:cNvSpPr/>
      </dsp:nvSpPr>
      <dsp:spPr>
        <a:xfrm>
          <a:off x="3308725" y="540837"/>
          <a:ext cx="2707138" cy="1719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2922AA-4F9D-4AEC-B174-374291982616}">
      <dsp:nvSpPr>
        <dsp:cNvPr id="0" name=""/>
        <dsp:cNvSpPr/>
      </dsp:nvSpPr>
      <dsp:spPr>
        <a:xfrm>
          <a:off x="3609518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Визуальные карточки (BigImage) при приветствии.</a:t>
          </a:r>
          <a:endParaRPr lang="en-US" sz="2500" kern="1200"/>
        </a:p>
      </dsp:txBody>
      <dsp:txXfrm>
        <a:off x="3659867" y="876939"/>
        <a:ext cx="2606440" cy="1618335"/>
      </dsp:txXfrm>
    </dsp:sp>
    <dsp:sp modelId="{AD3BFA81-82E5-4829-BB46-32F659B38E4A}">
      <dsp:nvSpPr>
        <dsp:cNvPr id="0" name=""/>
        <dsp:cNvSpPr/>
      </dsp:nvSpPr>
      <dsp:spPr>
        <a:xfrm>
          <a:off x="6617450" y="540837"/>
          <a:ext cx="2707138" cy="1719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6E8FD1-4196-4522-8DC1-2A3B8E82C099}">
      <dsp:nvSpPr>
        <dsp:cNvPr id="0" name=""/>
        <dsp:cNvSpPr/>
      </dsp:nvSpPr>
      <dsp:spPr>
        <a:xfrm>
          <a:off x="6918244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Голосовая озвучка (TTS) каждого ответа.</a:t>
          </a:r>
          <a:endParaRPr lang="en-US" sz="2500" kern="1200"/>
        </a:p>
      </dsp:txBody>
      <dsp:txXfrm>
        <a:off x="6968593" y="876939"/>
        <a:ext cx="2606440" cy="1618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733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594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157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45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418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953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113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803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942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397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27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312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365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500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635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8836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803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DA38F49-B3E2-4BF0-BEC7-C30D34ABBB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2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8490951" y="4185117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55612" y="4241801"/>
            <a:ext cx="11277600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78B89-E92B-98FA-F065-23A857C8B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143000"/>
            <a:ext cx="8825658" cy="3389217"/>
          </a:xfrm>
        </p:spPr>
        <p:txBody>
          <a:bodyPr anchor="ctr">
            <a:normAutofit/>
          </a:bodyPr>
          <a:lstStyle/>
          <a:p>
            <a:pPr algn="ctr"/>
            <a:r>
              <a:rPr lang="ru-RU" sz="6600">
                <a:solidFill>
                  <a:srgbClr val="FFFFFF"/>
                </a:solidFill>
              </a:rPr>
              <a:t>Голосовой Дневник для Алисы.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704472-C7CF-30C6-B9BF-CFA7125A7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5240851"/>
            <a:ext cx="8825658" cy="82893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ru-RU" sz="1900" dirty="0">
                <a:solidFill>
                  <a:schemeClr val="tx2"/>
                </a:solidFill>
              </a:rPr>
              <a:t>Твой личный цифровой архив мыслей, управляемый голосом</a:t>
            </a:r>
          </a:p>
          <a:p>
            <a:pPr algn="ctr">
              <a:lnSpc>
                <a:spcPct val="90000"/>
              </a:lnSpc>
            </a:pPr>
            <a:r>
              <a:rPr lang="ru-RU" sz="1900" dirty="0">
                <a:solidFill>
                  <a:schemeClr val="tx2"/>
                </a:solidFill>
              </a:rPr>
              <a:t>Разработано на </a:t>
            </a:r>
            <a:r>
              <a:rPr lang="ru-RU" sz="1900" dirty="0" err="1">
                <a:solidFill>
                  <a:schemeClr val="tx2"/>
                </a:solidFill>
              </a:rPr>
              <a:t>FastAPI</a:t>
            </a:r>
            <a:r>
              <a:rPr lang="ru-RU" sz="1900" dirty="0">
                <a:solidFill>
                  <a:schemeClr val="tx2"/>
                </a:solidFill>
              </a:rPr>
              <a:t> и </a:t>
            </a:r>
            <a:r>
              <a:rPr lang="ru-RU" sz="1900" dirty="0" err="1">
                <a:solidFill>
                  <a:schemeClr val="tx2"/>
                </a:solidFill>
              </a:rPr>
              <a:t>SQLAlchemy</a:t>
            </a:r>
            <a:r>
              <a:rPr lang="ru-RU" sz="190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218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F0EEA-38D5-5CAC-73A4-194F85DD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EBEBEB"/>
                </a:solidFill>
              </a:rPr>
              <a:t>Забыть нельзя записать.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980CA8EB-85A6-9D9F-0214-B0E15A4DF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4826958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779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80F94-2AF6-3B69-A670-4D55FE52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Гибкая работа с памятью.</a:t>
            </a:r>
            <a:endParaRPr lang="ru-RU" dirty="0"/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1747B07A-DE8E-F49E-873C-E62910A8D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8770947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874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7FC7E-F108-E5FF-9F7D-18E2400B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ru-RU"/>
              <a:t>Команды, которые тебя понимают.</a:t>
            </a:r>
            <a:endParaRPr lang="ru-RU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F620CE7-EFCD-A33E-1C11-BD625A6CBC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375721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792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29480-D38C-0DD9-6E45-0052F4BD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372" y="1209957"/>
            <a:ext cx="3034580" cy="4438087"/>
          </a:xfrm>
        </p:spPr>
        <p:txBody>
          <a:bodyPr anchor="ctr">
            <a:normAutofit/>
          </a:bodyPr>
          <a:lstStyle/>
          <a:p>
            <a:pPr algn="r"/>
            <a:r>
              <a:rPr lang="ru-RU" sz="3200">
                <a:solidFill>
                  <a:schemeClr val="tx1"/>
                </a:solidFill>
              </a:rPr>
              <a:t>Больше чем просто блокнот.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0B67BC2D-960E-121B-738E-8AC93C0504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8424" y="1059025"/>
            <a:ext cx="5302189" cy="47399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Встроенный сервис погоды через OpenWeatherMap API.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Команда: «Алиса, какая погода в [Город]?».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Получай актуальную температуру и описание условий прямо в диалоге.</a:t>
            </a:r>
          </a:p>
        </p:txBody>
      </p:sp>
    </p:spTree>
    <p:extLst>
      <p:ext uri="{BB962C8B-B14F-4D97-AF65-F5344CB8AC3E}">
        <p14:creationId xmlns:p14="http://schemas.microsoft.com/office/powerpoint/2010/main" val="384294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BBD2D2-33D4-08D1-7DD9-EDC53E05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Что под капотом?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9A95CEC-6EF3-9FED-8419-1BC1C1C74C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209763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9348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C6989-097A-8D3D-3D0F-230720B04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EBEBEB"/>
                </a:solidFill>
              </a:rPr>
              <a:t>Структура заметки.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21891CF-D7D1-C189-6AC3-D0FFDE56A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762683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1183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47F4E-5DE2-1D9B-C7A6-C454EE54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EBEBEB"/>
                </a:solidFill>
              </a:rPr>
              <a:t>Общение без барьеров.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9351007-52A4-0C0E-BEBA-C0DEDD908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6676359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811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8490951" y="4185117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55612" y="4241801"/>
            <a:ext cx="11277600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7D4305-C088-4A97-3434-8036DEA3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71" y="1143000"/>
            <a:ext cx="8825658" cy="33892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>
                <a:solidFill>
                  <a:srgbClr val="FFFFFF"/>
                </a:solidFill>
              </a:rPr>
              <a:t>Начни вести дневник сегодня.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B5D67F-EE88-8BF8-0110-3A991D59D1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83171" y="5240851"/>
            <a:ext cx="8825658" cy="8289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buNone/>
              <a:tabLst/>
            </a:pPr>
            <a:r>
              <a:rPr kumimoji="0" lang="en-US" altLang="ru-RU" sz="2400" u="none" strike="noStrike" cap="all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Просто </a:t>
            </a:r>
            <a:r>
              <a:rPr kumimoji="0" lang="en-US" altLang="ru-RU" sz="2400" u="none" strike="noStrike" cap="all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запусти</a:t>
            </a:r>
            <a:r>
              <a:rPr kumimoji="0" lang="en-US" altLang="ru-RU" sz="2400" u="none" strike="noStrike" cap="all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en-US" altLang="ru-RU" sz="2400" u="none" strike="noStrike" cap="all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навык</a:t>
            </a:r>
            <a:r>
              <a:rPr kumimoji="0" lang="en-US" altLang="ru-RU" sz="2400" u="none" strike="noStrike" cap="all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en-US" altLang="ru-RU" sz="2400" u="none" strike="noStrike" cap="all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командой</a:t>
            </a:r>
            <a:r>
              <a:rPr kumimoji="0" lang="en-US" altLang="ru-RU" sz="2400" u="none" strike="noStrike" cap="all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«</a:t>
            </a:r>
            <a:r>
              <a:rPr kumimoji="0" lang="en-US" altLang="ru-RU" sz="2400" u="none" strike="noStrike" cap="all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Запусти</a:t>
            </a:r>
            <a:r>
              <a:rPr kumimoji="0" lang="en-US" altLang="ru-RU" sz="2400" u="none" strike="noStrike" cap="all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en-US" altLang="ru-RU" sz="2400" u="none" strike="noStrike" cap="all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навык</a:t>
            </a:r>
            <a:r>
              <a:rPr kumimoji="0" lang="en-US" altLang="ru-RU" sz="2400" u="none" strike="noStrike" cap="all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en-US" altLang="ru-RU" sz="2400" u="none" strike="noStrike" cap="all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Дневник</a:t>
            </a:r>
            <a:r>
              <a:rPr kumimoji="0" lang="en-US" altLang="ru-RU" sz="2400" u="none" strike="noStrike" cap="all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en-US" altLang="ru-RU" sz="2400" u="none" strike="noStrike" cap="all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студента</a:t>
            </a:r>
            <a:r>
              <a:rPr kumimoji="0" lang="en-US" altLang="ru-RU" sz="2400" u="none" strike="noStrike" cap="all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2026».</a:t>
            </a:r>
          </a:p>
        </p:txBody>
      </p:sp>
    </p:spTree>
    <p:extLst>
      <p:ext uri="{BB962C8B-B14F-4D97-AF65-F5344CB8AC3E}">
        <p14:creationId xmlns:p14="http://schemas.microsoft.com/office/powerpoint/2010/main" val="751238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A83F7-1F03-924B-DCD6-84E021EF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944" y="607595"/>
            <a:ext cx="9011626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Спасибо</a:t>
            </a:r>
            <a:r>
              <a:rPr lang="en-US" sz="4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6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за</a:t>
            </a:r>
            <a:r>
              <a:rPr lang="en-US" sz="4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6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внимание</a:t>
            </a:r>
            <a:endParaRPr lang="en-US" sz="46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61261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</TotalTime>
  <Words>255</Words>
  <Application>Microsoft Office PowerPoint</Application>
  <PresentationFormat>Широкоэкранный</PresentationFormat>
  <Paragraphs>33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Совет директоров</vt:lpstr>
      <vt:lpstr>Голосовой Дневник для Алисы.</vt:lpstr>
      <vt:lpstr>Забыть нельзя записать.</vt:lpstr>
      <vt:lpstr>Гибкая работа с памятью.</vt:lpstr>
      <vt:lpstr>Команды, которые тебя понимают.</vt:lpstr>
      <vt:lpstr>Больше чем просто блокнот.</vt:lpstr>
      <vt:lpstr>Что под капотом?</vt:lpstr>
      <vt:lpstr>Структура заметки.</vt:lpstr>
      <vt:lpstr>Общение без барьеров.</vt:lpstr>
      <vt:lpstr>Начни вести дневник сегодня.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2026-05-11T16:26:21Z</dcterms:created>
  <dcterms:modified xsi:type="dcterms:W3CDTF">2026-05-11T16:38:21Z</dcterms:modified>
</cp:coreProperties>
</file>